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2"/>
  </p:notesMasterIdLst>
  <p:handoutMasterIdLst>
    <p:handoutMasterId r:id="rId13"/>
  </p:handoutMasterIdLst>
  <p:sldIdLst>
    <p:sldId id="259" r:id="rId2"/>
    <p:sldId id="291" r:id="rId3"/>
    <p:sldId id="455" r:id="rId4"/>
    <p:sldId id="504" r:id="rId5"/>
    <p:sldId id="505" r:id="rId6"/>
    <p:sldId id="506" r:id="rId7"/>
    <p:sldId id="500" r:id="rId8"/>
    <p:sldId id="507" r:id="rId9"/>
    <p:sldId id="482" r:id="rId10"/>
    <p:sldId id="4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0099"/>
    <a:srgbClr val="D8F0FF"/>
    <a:srgbClr val="9BD9FF"/>
    <a:srgbClr val="008EE5"/>
    <a:srgbClr val="03B3DD"/>
    <a:srgbClr val="0090E5"/>
    <a:srgbClr val="03B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6" y="72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15930-8719-4C15-9737-2648B85A77AE}" type="datetimeFigureOut">
              <a:rPr lang="en-US" smtClean="0"/>
              <a:t>13/08/2025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2053-7AB1-48B2-9643-49BF192C4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51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456ED-8D73-4DA4-A78C-89D419F66C39}" type="datetimeFigureOut">
              <a:rPr lang="en-US" smtClean="0"/>
              <a:t>13/08/2025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AED4D-2311-4E17-8D7B-C33F7112F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1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57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" fontAlgn="base">
              <a:tabLst>
                <a:tab pos="201295" algn="l"/>
              </a:tabLst>
            </a:pPr>
            <a:r>
              <a:rPr lang="en-US">
                <a:solidFill>
                  <a:srgbClr val="000000"/>
                </a:solidFill>
                <a:effectLst/>
                <a:latin typeface="Calibri" panose="020F0502020204030204" pitchFamily="34" charset="0"/>
                <a:sym typeface="Calibri" panose="020F0502020204030204" pitchFamily="34" charset="0"/>
              </a:rPr>
              <a:t>đi vào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30329-E00C-4300-9841-B0FF7D4E7A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44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" fontAlgn="base">
              <a:tabLst>
                <a:tab pos="201295" algn="l"/>
              </a:tabLst>
            </a:pPr>
            <a:r>
              <a:rPr lang="en-US">
                <a:solidFill>
                  <a:srgbClr val="000000"/>
                </a:solidFill>
                <a:effectLst/>
                <a:latin typeface="Calibri" panose="020F0502020204030204" pitchFamily="34" charset="0"/>
                <a:sym typeface="Calibri" panose="020F0502020204030204" pitchFamily="34" charset="0"/>
              </a:rPr>
              <a:t>đi vào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30329-E00C-4300-9841-B0FF7D4E7A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6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" fontAlgn="base">
              <a:tabLst>
                <a:tab pos="201295" algn="l"/>
              </a:tabLst>
            </a:pPr>
            <a:r>
              <a:rPr lang="en-US">
                <a:solidFill>
                  <a:srgbClr val="000000"/>
                </a:solidFill>
                <a:effectLst/>
                <a:latin typeface="Calibri" panose="020F0502020204030204" pitchFamily="34" charset="0"/>
                <a:sym typeface="Calibri" panose="020F0502020204030204" pitchFamily="34" charset="0"/>
              </a:rPr>
              <a:t>đi vào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30329-E00C-4300-9841-B0FF7D4E7A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" fontAlgn="base">
              <a:tabLst>
                <a:tab pos="201295" algn="l"/>
              </a:tabLst>
            </a:pPr>
            <a:r>
              <a:rPr lang="en-US">
                <a:solidFill>
                  <a:srgbClr val="000000"/>
                </a:solidFill>
                <a:effectLst/>
                <a:latin typeface="Calibri" panose="020F0502020204030204" pitchFamily="34" charset="0"/>
                <a:sym typeface="Calibri" panose="020F0502020204030204" pitchFamily="34" charset="0"/>
              </a:rPr>
              <a:t>đi vào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30329-E00C-4300-9841-B0FF7D4E7A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91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" fontAlgn="base">
              <a:tabLst>
                <a:tab pos="201295" algn="l"/>
              </a:tabLst>
            </a:pPr>
            <a:r>
              <a:rPr lang="en-US">
                <a:solidFill>
                  <a:srgbClr val="000000"/>
                </a:solidFill>
                <a:effectLst/>
                <a:latin typeface="Calibri" panose="020F0502020204030204" pitchFamily="34" charset="0"/>
                <a:sym typeface="Calibri" panose="020F0502020204030204" pitchFamily="34" charset="0"/>
              </a:rPr>
              <a:t>đi vào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30329-E00C-4300-9841-B0FF7D4E7A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50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58" y="1024758"/>
            <a:ext cx="11225047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00CC"/>
              </a:buClr>
              <a:buFont typeface="Wingdings" pitchFamily="2" charset="2"/>
              <a:buChar char="§"/>
              <a:defRPr sz="2900">
                <a:latin typeface="Times New Roman" pitchFamily="18" charset="0"/>
                <a:cs typeface="Times New Roman" pitchFamily="18" charset="0"/>
              </a:defRPr>
            </a:lvl1pPr>
            <a:lvl2pPr marL="685800" indent="-228600">
              <a:buClr>
                <a:srgbClr val="FF00FF"/>
              </a:buClr>
              <a:buFont typeface="Arial" pitchFamily="34" charset="0"/>
              <a:buChar char="•"/>
              <a:defRPr sz="2900"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buClr>
                <a:srgbClr val="009900"/>
              </a:buClr>
              <a:buFont typeface="Courier New" pitchFamily="49" charset="0"/>
              <a:buChar char="o"/>
              <a:defRPr sz="2900">
                <a:latin typeface="Times New Roman" pitchFamily="18" charset="0"/>
                <a:cs typeface="Times New Roman" pitchFamily="18" charset="0"/>
              </a:defRPr>
            </a:lvl3pPr>
            <a:lvl4pPr>
              <a:defRPr sz="2900">
                <a:latin typeface="Times New Roman" pitchFamily="18" charset="0"/>
                <a:cs typeface="Times New Roman" pitchFamily="18" charset="0"/>
              </a:defRPr>
            </a:lvl4pPr>
            <a:lvl5pPr>
              <a:defRPr sz="29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3" y="64823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KHOA CÔNG NGHỆ THÔNG TIN – DevOps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4036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2396360" y="2870"/>
            <a:ext cx="9795640" cy="796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9032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57A574A-1D2C-445A-BC4A-81915566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873" y="27708"/>
            <a:ext cx="11046691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868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5459"/>
            <a:ext cx="12192000" cy="16805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29" y="3784922"/>
            <a:ext cx="6165669" cy="30810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30" y="3784922"/>
            <a:ext cx="6165669" cy="30810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2377"/>
            <a:ext cx="6026329" cy="38358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812003" y="0"/>
            <a:ext cx="10385077" cy="804707"/>
          </a:xfrm>
          <a:custGeom>
            <a:avLst/>
            <a:gdLst>
              <a:gd name="connsiteX0" fmla="*/ 0 w 9517626"/>
              <a:gd name="connsiteY0" fmla="*/ 0 h 783157"/>
              <a:gd name="connsiteX1" fmla="*/ 9517626 w 9517626"/>
              <a:gd name="connsiteY1" fmla="*/ 0 h 783157"/>
              <a:gd name="connsiteX2" fmla="*/ 9517626 w 9517626"/>
              <a:gd name="connsiteY2" fmla="*/ 783157 h 783157"/>
              <a:gd name="connsiteX3" fmla="*/ 0 w 9517626"/>
              <a:gd name="connsiteY3" fmla="*/ 783157 h 783157"/>
              <a:gd name="connsiteX4" fmla="*/ 0 w 9517626"/>
              <a:gd name="connsiteY4" fmla="*/ 0 h 783157"/>
              <a:gd name="connsiteX0" fmla="*/ 117987 w 9635613"/>
              <a:gd name="connsiteY0" fmla="*/ 0 h 783157"/>
              <a:gd name="connsiteX1" fmla="*/ 9635613 w 9635613"/>
              <a:gd name="connsiteY1" fmla="*/ 0 h 783157"/>
              <a:gd name="connsiteX2" fmla="*/ 9635613 w 9635613"/>
              <a:gd name="connsiteY2" fmla="*/ 783157 h 783157"/>
              <a:gd name="connsiteX3" fmla="*/ 0 w 9635613"/>
              <a:gd name="connsiteY3" fmla="*/ 724164 h 783157"/>
              <a:gd name="connsiteX4" fmla="*/ 117987 w 9635613"/>
              <a:gd name="connsiteY4" fmla="*/ 0 h 78315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783157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81265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4087 w 10087897"/>
              <a:gd name="connsiteY2" fmla="*/ 80122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91707"/>
              <a:gd name="connsiteY0" fmla="*/ 0 h 822487"/>
              <a:gd name="connsiteX1" fmla="*/ 10087897 w 10091707"/>
              <a:gd name="connsiteY1" fmla="*/ 0 h 822487"/>
              <a:gd name="connsiteX2" fmla="*/ 10091707 w 10091707"/>
              <a:gd name="connsiteY2" fmla="*/ 798684 h 822487"/>
              <a:gd name="connsiteX3" fmla="*/ 0 w 10091707"/>
              <a:gd name="connsiteY3" fmla="*/ 822487 h 822487"/>
              <a:gd name="connsiteX4" fmla="*/ 570271 w 10091707"/>
              <a:gd name="connsiteY4" fmla="*/ 0 h 822487"/>
              <a:gd name="connsiteX0" fmla="*/ 557571 w 10079007"/>
              <a:gd name="connsiteY0" fmla="*/ 0 h 804707"/>
              <a:gd name="connsiteX1" fmla="*/ 10075197 w 10079007"/>
              <a:gd name="connsiteY1" fmla="*/ 0 h 804707"/>
              <a:gd name="connsiteX2" fmla="*/ 10079007 w 10079007"/>
              <a:gd name="connsiteY2" fmla="*/ 798684 h 804707"/>
              <a:gd name="connsiteX3" fmla="*/ 0 w 10079007"/>
              <a:gd name="connsiteY3" fmla="*/ 804707 h 804707"/>
              <a:gd name="connsiteX4" fmla="*/ 557571 w 1007900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079007 w 10387617"/>
              <a:gd name="connsiteY2" fmla="*/ 79868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381267 w 10387617"/>
              <a:gd name="connsiteY2" fmla="*/ 80122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5077"/>
              <a:gd name="connsiteY0" fmla="*/ 0 h 804707"/>
              <a:gd name="connsiteX1" fmla="*/ 10385077 w 10385077"/>
              <a:gd name="connsiteY1" fmla="*/ 0 h 804707"/>
              <a:gd name="connsiteX2" fmla="*/ 10381267 w 10385077"/>
              <a:gd name="connsiteY2" fmla="*/ 801224 h 804707"/>
              <a:gd name="connsiteX3" fmla="*/ 0 w 10385077"/>
              <a:gd name="connsiteY3" fmla="*/ 804707 h 804707"/>
              <a:gd name="connsiteX4" fmla="*/ 557571 w 10385077"/>
              <a:gd name="connsiteY4" fmla="*/ 0 h 804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5077" h="804707">
                <a:moveTo>
                  <a:pt x="557571" y="0"/>
                </a:moveTo>
                <a:lnTo>
                  <a:pt x="10385077" y="0"/>
                </a:lnTo>
                <a:cubicBezTo>
                  <a:pt x="10382960" y="266228"/>
                  <a:pt x="10383384" y="534996"/>
                  <a:pt x="10381267" y="801224"/>
                </a:cubicBezTo>
                <a:lnTo>
                  <a:pt x="0" y="804707"/>
                </a:lnTo>
                <a:lnTo>
                  <a:pt x="557571" y="0"/>
                </a:lnTo>
                <a:close/>
              </a:path>
            </a:pathLst>
          </a:custGeom>
          <a:gradFill flip="none" rotWithShape="1">
            <a:gsLst>
              <a:gs pos="0">
                <a:srgbClr val="03B3DD"/>
              </a:gs>
              <a:gs pos="100000">
                <a:srgbClr val="008EE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860" y="-5062"/>
            <a:ext cx="2233324" cy="808230"/>
          </a:xfrm>
          <a:custGeom>
            <a:avLst/>
            <a:gdLst>
              <a:gd name="connsiteX0" fmla="*/ 0 w 1818968"/>
              <a:gd name="connsiteY0" fmla="*/ 0 h 783157"/>
              <a:gd name="connsiteX1" fmla="*/ 1818968 w 1818968"/>
              <a:gd name="connsiteY1" fmla="*/ 0 h 783157"/>
              <a:gd name="connsiteX2" fmla="*/ 1818968 w 1818968"/>
              <a:gd name="connsiteY2" fmla="*/ 783157 h 783157"/>
              <a:gd name="connsiteX3" fmla="*/ 0 w 1818968"/>
              <a:gd name="connsiteY3" fmla="*/ 783157 h 783157"/>
              <a:gd name="connsiteX4" fmla="*/ 0 w 1818968"/>
              <a:gd name="connsiteY4" fmla="*/ 0 h 783157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144780 w 2349910"/>
              <a:gd name="connsiteY0" fmla="*/ 9365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4780 w 2349910"/>
              <a:gd name="connsiteY4" fmla="*/ 93653 h 792990"/>
              <a:gd name="connsiteX0" fmla="*/ 140970 w 2349910"/>
              <a:gd name="connsiteY0" fmla="*/ 221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0970 w 2349910"/>
              <a:gd name="connsiteY4" fmla="*/ 2213 h 79299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79299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80823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33324"/>
              <a:gd name="connsiteY0" fmla="*/ 2213 h 808230"/>
              <a:gd name="connsiteX1" fmla="*/ 2233324 w 2233324"/>
              <a:gd name="connsiteY1" fmla="*/ 0 h 808230"/>
              <a:gd name="connsiteX2" fmla="*/ 1677998 w 2233324"/>
              <a:gd name="connsiteY2" fmla="*/ 808230 h 808230"/>
              <a:gd name="connsiteX3" fmla="*/ 0 w 2233324"/>
              <a:gd name="connsiteY3" fmla="*/ 808230 h 808230"/>
              <a:gd name="connsiteX4" fmla="*/ 0 w 2233324"/>
              <a:gd name="connsiteY4" fmla="*/ 2213 h 80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3324" h="808230">
                <a:moveTo>
                  <a:pt x="0" y="2213"/>
                </a:moveTo>
                <a:lnTo>
                  <a:pt x="2233324" y="0"/>
                </a:lnTo>
                <a:lnTo>
                  <a:pt x="1677998" y="808230"/>
                </a:lnTo>
                <a:lnTo>
                  <a:pt x="0" y="808230"/>
                </a:lnTo>
                <a:lnTo>
                  <a:pt x="0" y="2213"/>
                </a:lnTo>
                <a:close/>
              </a:path>
            </a:pathLst>
          </a:custGeom>
          <a:solidFill>
            <a:srgbClr val="D8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614855" y="1088570"/>
            <a:ext cx="11161986" cy="524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1" y="129015"/>
            <a:ext cx="1434898" cy="523765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2554014" y="2870"/>
            <a:ext cx="9637985" cy="796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3" y="64823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KHOA CÔNG NGHỆ THÔNG TIN – DevOps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1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99"/>
        </a:buClr>
        <a:buFont typeface="Wingdings" pitchFamily="2" charset="2"/>
        <a:buChar char="§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00CC"/>
        </a:buClr>
        <a:buFont typeface="Arial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itchFamily="49" charset="0"/>
        <a:buChar char="o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6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-you-card-greeting-watercolor-2698364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– DevOps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98B47F1-B2BA-40A4-9FDB-CF661B783E7A}" type="slidenum">
              <a:rPr lang="en-US" smtClean="0"/>
              <a:t>1</a:t>
            </a:fld>
            <a:endParaRPr lang="en-US"/>
          </a:p>
        </p:txBody>
      </p:sp>
      <p:sp>
        <p:nvSpPr>
          <p:cNvPr id="5" name="Google Shape;136;p29"/>
          <p:cNvSpPr txBox="1">
            <a:spLocks/>
          </p:cNvSpPr>
          <p:nvPr/>
        </p:nvSpPr>
        <p:spPr>
          <a:xfrm>
            <a:off x="424062" y="1922442"/>
            <a:ext cx="4788741" cy="200437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6000" dirty="0" smtClean="0">
                <a:solidFill>
                  <a:srgbClr val="455A64"/>
                </a:solidFill>
              </a:rPr>
              <a:t>DEVOPS</a:t>
            </a:r>
            <a:endParaRPr lang="en-US" sz="6000" dirty="0">
              <a:solidFill>
                <a:srgbClr val="455A64"/>
              </a:solidFill>
            </a:endParaRPr>
          </a:p>
        </p:txBody>
      </p:sp>
      <p:sp>
        <p:nvSpPr>
          <p:cNvPr id="7" name="Google Shape;137;p29"/>
          <p:cNvSpPr txBox="1">
            <a:spLocks/>
          </p:cNvSpPr>
          <p:nvPr/>
        </p:nvSpPr>
        <p:spPr>
          <a:xfrm>
            <a:off x="471881" y="3666608"/>
            <a:ext cx="5651570" cy="8009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vi-VN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Bài </a:t>
            </a:r>
            <a:r>
              <a:rPr lang="vi-VN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vi-VN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CICD </a:t>
            </a:r>
            <a:r>
              <a:rPr lang="vi-VN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cơ bản với Jenkins</a:t>
            </a:r>
            <a:endParaRPr lang="en-GB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" name="Google Shape;139;p29"/>
          <p:cNvGrpSpPr/>
          <p:nvPr/>
        </p:nvGrpSpPr>
        <p:grpSpPr>
          <a:xfrm>
            <a:off x="4628400" y="1163009"/>
            <a:ext cx="6687300" cy="4817532"/>
            <a:chOff x="3457488" y="242446"/>
            <a:chExt cx="5696700" cy="4103904"/>
          </a:xfrm>
        </p:grpSpPr>
        <p:cxnSp>
          <p:nvCxnSpPr>
            <p:cNvPr id="9" name="Google Shape;140;p29"/>
            <p:cNvCxnSpPr/>
            <p:nvPr/>
          </p:nvCxnSpPr>
          <p:spPr>
            <a:xfrm>
              <a:off x="3457488" y="4063525"/>
              <a:ext cx="5696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" name="Google Shape;141;p29"/>
            <p:cNvGrpSpPr/>
            <p:nvPr/>
          </p:nvGrpSpPr>
          <p:grpSpPr>
            <a:xfrm>
              <a:off x="4098463" y="242446"/>
              <a:ext cx="4328375" cy="4103904"/>
              <a:chOff x="4098463" y="242446"/>
              <a:chExt cx="4328375" cy="4103904"/>
            </a:xfrm>
          </p:grpSpPr>
          <p:sp>
            <p:nvSpPr>
              <p:cNvPr id="11" name="Google Shape;142;p29"/>
              <p:cNvSpPr/>
              <p:nvPr/>
            </p:nvSpPr>
            <p:spPr>
              <a:xfrm>
                <a:off x="7901738" y="2636925"/>
                <a:ext cx="78275" cy="66975"/>
              </a:xfrm>
              <a:custGeom>
                <a:avLst/>
                <a:gdLst/>
                <a:ahLst/>
                <a:cxnLst/>
                <a:rect l="l" t="t" r="r" b="b"/>
                <a:pathLst>
                  <a:path w="3131" h="2679" extrusionOk="0">
                    <a:moveTo>
                      <a:pt x="1794" y="1"/>
                    </a:moveTo>
                    <a:cubicBezTo>
                      <a:pt x="578" y="1"/>
                      <a:pt x="0" y="1460"/>
                      <a:pt x="821" y="2280"/>
                    </a:cubicBezTo>
                    <a:cubicBezTo>
                      <a:pt x="1096" y="2555"/>
                      <a:pt x="1435" y="2678"/>
                      <a:pt x="1767" y="2678"/>
                    </a:cubicBezTo>
                    <a:cubicBezTo>
                      <a:pt x="2463" y="2678"/>
                      <a:pt x="3131" y="2140"/>
                      <a:pt x="3131" y="1338"/>
                    </a:cubicBezTo>
                    <a:cubicBezTo>
                      <a:pt x="3131" y="609"/>
                      <a:pt x="2523" y="1"/>
                      <a:pt x="1794" y="1"/>
                    </a:cubicBezTo>
                    <a:close/>
                  </a:path>
                </a:pathLst>
              </a:custGeom>
              <a:solidFill>
                <a:srgbClr val="3747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43;p29"/>
              <p:cNvSpPr/>
              <p:nvPr/>
            </p:nvSpPr>
            <p:spPr>
              <a:xfrm>
                <a:off x="8038513" y="2636925"/>
                <a:ext cx="78300" cy="66975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2679" extrusionOk="0">
                    <a:moveTo>
                      <a:pt x="1794" y="1"/>
                    </a:moveTo>
                    <a:cubicBezTo>
                      <a:pt x="578" y="1"/>
                      <a:pt x="0" y="1460"/>
                      <a:pt x="851" y="2280"/>
                    </a:cubicBezTo>
                    <a:cubicBezTo>
                      <a:pt x="1127" y="2555"/>
                      <a:pt x="1462" y="2678"/>
                      <a:pt x="1790" y="2678"/>
                    </a:cubicBezTo>
                    <a:cubicBezTo>
                      <a:pt x="2477" y="2678"/>
                      <a:pt x="3131" y="2140"/>
                      <a:pt x="3131" y="1338"/>
                    </a:cubicBezTo>
                    <a:cubicBezTo>
                      <a:pt x="3131" y="609"/>
                      <a:pt x="2523" y="1"/>
                      <a:pt x="1794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44;p29"/>
              <p:cNvSpPr/>
              <p:nvPr/>
            </p:nvSpPr>
            <p:spPr>
              <a:xfrm>
                <a:off x="8175288" y="2636925"/>
                <a:ext cx="79050" cy="66975"/>
              </a:xfrm>
              <a:custGeom>
                <a:avLst/>
                <a:gdLst/>
                <a:ahLst/>
                <a:cxnLst/>
                <a:rect l="l" t="t" r="r" b="b"/>
                <a:pathLst>
                  <a:path w="3162" h="2679" extrusionOk="0">
                    <a:moveTo>
                      <a:pt x="1794" y="1"/>
                    </a:moveTo>
                    <a:cubicBezTo>
                      <a:pt x="609" y="1"/>
                      <a:pt x="1" y="1460"/>
                      <a:pt x="852" y="2280"/>
                    </a:cubicBezTo>
                    <a:cubicBezTo>
                      <a:pt x="1127" y="2555"/>
                      <a:pt x="1465" y="2678"/>
                      <a:pt x="1798" y="2678"/>
                    </a:cubicBezTo>
                    <a:cubicBezTo>
                      <a:pt x="2494" y="2678"/>
                      <a:pt x="3162" y="2140"/>
                      <a:pt x="3162" y="1338"/>
                    </a:cubicBezTo>
                    <a:cubicBezTo>
                      <a:pt x="3162" y="609"/>
                      <a:pt x="2554" y="1"/>
                      <a:pt x="1794" y="1"/>
                    </a:cubicBez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5;p29"/>
              <p:cNvSpPr/>
              <p:nvPr/>
            </p:nvSpPr>
            <p:spPr>
              <a:xfrm>
                <a:off x="4619763" y="3677225"/>
                <a:ext cx="397450" cy="375400"/>
              </a:xfrm>
              <a:custGeom>
                <a:avLst/>
                <a:gdLst/>
                <a:ahLst/>
                <a:cxnLst/>
                <a:rect l="l" t="t" r="r" b="b"/>
                <a:pathLst>
                  <a:path w="15898" h="15016" extrusionOk="0">
                    <a:moveTo>
                      <a:pt x="14985" y="0"/>
                    </a:moveTo>
                    <a:lnTo>
                      <a:pt x="0" y="15016"/>
                    </a:lnTo>
                    <a:lnTo>
                      <a:pt x="8906" y="15016"/>
                    </a:lnTo>
                    <a:lnTo>
                      <a:pt x="15897" y="7994"/>
                    </a:lnTo>
                    <a:lnTo>
                      <a:pt x="14985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46;p29"/>
              <p:cNvSpPr/>
              <p:nvPr/>
            </p:nvSpPr>
            <p:spPr>
              <a:xfrm>
                <a:off x="4400138" y="3481175"/>
                <a:ext cx="579825" cy="571450"/>
              </a:xfrm>
              <a:custGeom>
                <a:avLst/>
                <a:gdLst/>
                <a:ahLst/>
                <a:cxnLst/>
                <a:rect l="l" t="t" r="r" b="b"/>
                <a:pathLst>
                  <a:path w="23193" h="22858" extrusionOk="0">
                    <a:moveTo>
                      <a:pt x="22889" y="0"/>
                    </a:moveTo>
                    <a:lnTo>
                      <a:pt x="1" y="22858"/>
                    </a:lnTo>
                    <a:lnTo>
                      <a:pt x="3040" y="22858"/>
                    </a:lnTo>
                    <a:lnTo>
                      <a:pt x="23193" y="2705"/>
                    </a:lnTo>
                    <a:lnTo>
                      <a:pt x="22889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47;p29"/>
              <p:cNvSpPr/>
              <p:nvPr/>
            </p:nvSpPr>
            <p:spPr>
              <a:xfrm>
                <a:off x="4331763" y="3419625"/>
                <a:ext cx="635275" cy="633000"/>
              </a:xfrm>
              <a:custGeom>
                <a:avLst/>
                <a:gdLst/>
                <a:ahLst/>
                <a:cxnLst/>
                <a:rect l="l" t="t" r="r" b="b"/>
                <a:pathLst>
                  <a:path w="25411" h="25320" extrusionOk="0">
                    <a:moveTo>
                      <a:pt x="25350" y="0"/>
                    </a:moveTo>
                    <a:lnTo>
                      <a:pt x="0" y="25320"/>
                    </a:lnTo>
                    <a:lnTo>
                      <a:pt x="760" y="25320"/>
                    </a:lnTo>
                    <a:lnTo>
                      <a:pt x="25411" y="669"/>
                    </a:lnTo>
                    <a:lnTo>
                      <a:pt x="25350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48;p29"/>
              <p:cNvSpPr/>
              <p:nvPr/>
            </p:nvSpPr>
            <p:spPr>
              <a:xfrm>
                <a:off x="7531663" y="3282825"/>
                <a:ext cx="255350" cy="255350"/>
              </a:xfrm>
              <a:custGeom>
                <a:avLst/>
                <a:gdLst/>
                <a:ahLst/>
                <a:cxnLst/>
                <a:rect l="l" t="t" r="r" b="b"/>
                <a:pathLst>
                  <a:path w="10214" h="10214" extrusionOk="0">
                    <a:moveTo>
                      <a:pt x="7174" y="1"/>
                    </a:moveTo>
                    <a:lnTo>
                      <a:pt x="396" y="6779"/>
                    </a:lnTo>
                    <a:lnTo>
                      <a:pt x="0" y="10214"/>
                    </a:lnTo>
                    <a:lnTo>
                      <a:pt x="0" y="10214"/>
                    </a:lnTo>
                    <a:lnTo>
                      <a:pt x="10213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49;p29"/>
              <p:cNvSpPr/>
              <p:nvPr/>
            </p:nvSpPr>
            <p:spPr>
              <a:xfrm>
                <a:off x="7505838" y="3282825"/>
                <a:ext cx="484075" cy="484075"/>
              </a:xfrm>
              <a:custGeom>
                <a:avLst/>
                <a:gdLst/>
                <a:ahLst/>
                <a:cxnLst/>
                <a:rect l="l" t="t" r="r" b="b"/>
                <a:pathLst>
                  <a:path w="19363" h="19363" extrusionOk="0">
                    <a:moveTo>
                      <a:pt x="18602" y="1"/>
                    </a:moveTo>
                    <a:lnTo>
                      <a:pt x="91" y="18481"/>
                    </a:lnTo>
                    <a:lnTo>
                      <a:pt x="0" y="19363"/>
                    </a:lnTo>
                    <a:lnTo>
                      <a:pt x="0" y="19363"/>
                    </a:lnTo>
                    <a:lnTo>
                      <a:pt x="19362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50;p29"/>
              <p:cNvSpPr/>
              <p:nvPr/>
            </p:nvSpPr>
            <p:spPr>
              <a:xfrm>
                <a:off x="4988238" y="2632375"/>
                <a:ext cx="1406575" cy="1147450"/>
              </a:xfrm>
              <a:custGeom>
                <a:avLst/>
                <a:gdLst/>
                <a:ahLst/>
                <a:cxnLst/>
                <a:rect l="l" t="t" r="r" b="b"/>
                <a:pathLst>
                  <a:path w="56263" h="45898" extrusionOk="0">
                    <a:moveTo>
                      <a:pt x="2973" y="1"/>
                    </a:moveTo>
                    <a:cubicBezTo>
                      <a:pt x="211" y="1"/>
                      <a:pt x="1" y="3400"/>
                      <a:pt x="1128" y="5654"/>
                    </a:cubicBezTo>
                    <a:cubicBezTo>
                      <a:pt x="7602" y="18754"/>
                      <a:pt x="17237" y="31885"/>
                      <a:pt x="19791" y="34317"/>
                    </a:cubicBezTo>
                    <a:cubicBezTo>
                      <a:pt x="26721" y="40974"/>
                      <a:pt x="45201" y="45746"/>
                      <a:pt x="50642" y="45898"/>
                    </a:cubicBezTo>
                    <a:cubicBezTo>
                      <a:pt x="50647" y="45898"/>
                      <a:pt x="50652" y="45898"/>
                      <a:pt x="50656" y="45898"/>
                    </a:cubicBezTo>
                    <a:cubicBezTo>
                      <a:pt x="53026" y="45898"/>
                      <a:pt x="56262" y="30332"/>
                      <a:pt x="54533" y="28511"/>
                    </a:cubicBezTo>
                    <a:cubicBezTo>
                      <a:pt x="52770" y="26688"/>
                      <a:pt x="29973" y="21733"/>
                      <a:pt x="28757" y="20791"/>
                    </a:cubicBezTo>
                    <a:cubicBezTo>
                      <a:pt x="27906" y="20122"/>
                      <a:pt x="17025" y="9788"/>
                      <a:pt x="9821" y="3648"/>
                    </a:cubicBezTo>
                    <a:cubicBezTo>
                      <a:pt x="6677" y="982"/>
                      <a:pt x="4457" y="1"/>
                      <a:pt x="2973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51;p29"/>
              <p:cNvSpPr/>
              <p:nvPr/>
            </p:nvSpPr>
            <p:spPr>
              <a:xfrm>
                <a:off x="4984338" y="2617075"/>
                <a:ext cx="1241100" cy="1138425"/>
              </a:xfrm>
              <a:custGeom>
                <a:avLst/>
                <a:gdLst/>
                <a:ahLst/>
                <a:cxnLst/>
                <a:rect l="l" t="t" r="r" b="b"/>
                <a:pathLst>
                  <a:path w="49644" h="45537" extrusionOk="0">
                    <a:moveTo>
                      <a:pt x="2589" y="0"/>
                    </a:moveTo>
                    <a:cubicBezTo>
                      <a:pt x="46" y="0"/>
                      <a:pt x="0" y="3198"/>
                      <a:pt x="1314" y="6874"/>
                    </a:cubicBezTo>
                    <a:cubicBezTo>
                      <a:pt x="3411" y="12740"/>
                      <a:pt x="14111" y="30522"/>
                      <a:pt x="19278" y="35506"/>
                    </a:cubicBezTo>
                    <a:cubicBezTo>
                      <a:pt x="24445" y="40461"/>
                      <a:pt x="43746" y="45537"/>
                      <a:pt x="43746" y="45537"/>
                    </a:cubicBezTo>
                    <a:lnTo>
                      <a:pt x="49643" y="26935"/>
                    </a:lnTo>
                    <a:cubicBezTo>
                      <a:pt x="49643" y="26935"/>
                      <a:pt x="30889" y="21889"/>
                      <a:pt x="29217" y="20643"/>
                    </a:cubicBezTo>
                    <a:cubicBezTo>
                      <a:pt x="27546" y="19366"/>
                      <a:pt x="19521" y="11585"/>
                      <a:pt x="10038" y="3986"/>
                    </a:cubicBezTo>
                    <a:cubicBezTo>
                      <a:pt x="6507" y="1137"/>
                      <a:pt x="4104" y="0"/>
                      <a:pt x="258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52;p29"/>
              <p:cNvSpPr/>
              <p:nvPr/>
            </p:nvSpPr>
            <p:spPr>
              <a:xfrm>
                <a:off x="6073438" y="3281800"/>
                <a:ext cx="57000" cy="47525"/>
              </a:xfrm>
              <a:custGeom>
                <a:avLst/>
                <a:gdLst/>
                <a:ahLst/>
                <a:cxnLst/>
                <a:rect l="l" t="t" r="r" b="b"/>
                <a:pathLst>
                  <a:path w="2280" h="1901" extrusionOk="0">
                    <a:moveTo>
                      <a:pt x="1030" y="1"/>
                    </a:moveTo>
                    <a:cubicBezTo>
                      <a:pt x="982" y="1"/>
                      <a:pt x="932" y="4"/>
                      <a:pt x="882" y="11"/>
                    </a:cubicBezTo>
                    <a:cubicBezTo>
                      <a:pt x="365" y="103"/>
                      <a:pt x="0" y="589"/>
                      <a:pt x="91" y="1106"/>
                    </a:cubicBezTo>
                    <a:cubicBezTo>
                      <a:pt x="165" y="1604"/>
                      <a:pt x="597" y="1900"/>
                      <a:pt x="1034" y="1900"/>
                    </a:cubicBezTo>
                    <a:cubicBezTo>
                      <a:pt x="1317" y="1900"/>
                      <a:pt x="1602" y="1776"/>
                      <a:pt x="1793" y="1501"/>
                    </a:cubicBezTo>
                    <a:cubicBezTo>
                      <a:pt x="2280" y="872"/>
                      <a:pt x="1797" y="1"/>
                      <a:pt x="103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53;p29"/>
              <p:cNvSpPr/>
              <p:nvPr/>
            </p:nvSpPr>
            <p:spPr>
              <a:xfrm>
                <a:off x="5955638" y="3247625"/>
                <a:ext cx="56250" cy="47675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1907" extrusionOk="0">
                    <a:moveTo>
                      <a:pt x="1026" y="0"/>
                    </a:moveTo>
                    <a:cubicBezTo>
                      <a:pt x="979" y="0"/>
                      <a:pt x="931" y="3"/>
                      <a:pt x="882" y="11"/>
                    </a:cubicBezTo>
                    <a:cubicBezTo>
                      <a:pt x="335" y="102"/>
                      <a:pt x="1" y="588"/>
                      <a:pt x="62" y="1105"/>
                    </a:cubicBezTo>
                    <a:cubicBezTo>
                      <a:pt x="136" y="1609"/>
                      <a:pt x="577" y="1906"/>
                      <a:pt x="1020" y="1906"/>
                    </a:cubicBezTo>
                    <a:cubicBezTo>
                      <a:pt x="1298" y="1906"/>
                      <a:pt x="1576" y="1789"/>
                      <a:pt x="1764" y="1530"/>
                    </a:cubicBezTo>
                    <a:cubicBezTo>
                      <a:pt x="2250" y="873"/>
                      <a:pt x="1768" y="0"/>
                      <a:pt x="102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54;p29"/>
              <p:cNvSpPr/>
              <p:nvPr/>
            </p:nvSpPr>
            <p:spPr>
              <a:xfrm>
                <a:off x="4984363" y="2617100"/>
                <a:ext cx="737250" cy="1023675"/>
              </a:xfrm>
              <a:custGeom>
                <a:avLst/>
                <a:gdLst/>
                <a:ahLst/>
                <a:cxnLst/>
                <a:rect l="l" t="t" r="r" b="b"/>
                <a:pathLst>
                  <a:path w="29490" h="40947" extrusionOk="0">
                    <a:moveTo>
                      <a:pt x="2596" y="0"/>
                    </a:moveTo>
                    <a:cubicBezTo>
                      <a:pt x="35" y="0"/>
                      <a:pt x="0" y="3173"/>
                      <a:pt x="1313" y="6873"/>
                    </a:cubicBezTo>
                    <a:cubicBezTo>
                      <a:pt x="3410" y="12739"/>
                      <a:pt x="14110" y="30551"/>
                      <a:pt x="19277" y="35505"/>
                    </a:cubicBezTo>
                    <a:cubicBezTo>
                      <a:pt x="21253" y="37390"/>
                      <a:pt x="25265" y="39305"/>
                      <a:pt x="29490" y="40946"/>
                    </a:cubicBezTo>
                    <a:lnTo>
                      <a:pt x="2742" y="3"/>
                    </a:lnTo>
                    <a:cubicBezTo>
                      <a:pt x="2692" y="1"/>
                      <a:pt x="2643" y="0"/>
                      <a:pt x="2596" y="0"/>
                    </a:cubicBezTo>
                    <a:close/>
                  </a:path>
                </a:pathLst>
              </a:custGeom>
              <a:solidFill>
                <a:srgbClr val="263238">
                  <a:alpha val="14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55;p29"/>
              <p:cNvSpPr/>
              <p:nvPr/>
            </p:nvSpPr>
            <p:spPr>
              <a:xfrm>
                <a:off x="4236763" y="2573575"/>
                <a:ext cx="1233325" cy="1479050"/>
              </a:xfrm>
              <a:custGeom>
                <a:avLst/>
                <a:gdLst/>
                <a:ahLst/>
                <a:cxnLst/>
                <a:rect l="l" t="t" r="r" b="b"/>
                <a:pathLst>
                  <a:path w="49333" h="59162" extrusionOk="0">
                    <a:moveTo>
                      <a:pt x="29375" y="0"/>
                    </a:moveTo>
                    <a:cubicBezTo>
                      <a:pt x="28669" y="0"/>
                      <a:pt x="27952" y="46"/>
                      <a:pt x="27266" y="133"/>
                    </a:cubicBezTo>
                    <a:cubicBezTo>
                      <a:pt x="26506" y="225"/>
                      <a:pt x="25776" y="377"/>
                      <a:pt x="25047" y="589"/>
                    </a:cubicBezTo>
                    <a:lnTo>
                      <a:pt x="24986" y="589"/>
                    </a:lnTo>
                    <a:cubicBezTo>
                      <a:pt x="24408" y="772"/>
                      <a:pt x="23831" y="1045"/>
                      <a:pt x="23345" y="1410"/>
                    </a:cubicBezTo>
                    <a:cubicBezTo>
                      <a:pt x="15381" y="7763"/>
                      <a:pt x="1" y="58706"/>
                      <a:pt x="365" y="59162"/>
                    </a:cubicBezTo>
                    <a:lnTo>
                      <a:pt x="49120" y="59162"/>
                    </a:lnTo>
                    <a:cubicBezTo>
                      <a:pt x="49333" y="57368"/>
                      <a:pt x="39302" y="7702"/>
                      <a:pt x="34500" y="1471"/>
                    </a:cubicBezTo>
                    <a:cubicBezTo>
                      <a:pt x="33738" y="455"/>
                      <a:pt x="31608" y="0"/>
                      <a:pt x="29375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56;p29"/>
              <p:cNvSpPr/>
              <p:nvPr/>
            </p:nvSpPr>
            <p:spPr>
              <a:xfrm>
                <a:off x="5000463" y="2790425"/>
                <a:ext cx="118575" cy="1542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6171" extrusionOk="0">
                    <a:moveTo>
                      <a:pt x="2067" y="1"/>
                    </a:moveTo>
                    <a:lnTo>
                      <a:pt x="0" y="4043"/>
                    </a:lnTo>
                    <a:lnTo>
                      <a:pt x="1459" y="6171"/>
                    </a:lnTo>
                    <a:lnTo>
                      <a:pt x="4104" y="5836"/>
                    </a:lnTo>
                    <a:lnTo>
                      <a:pt x="4742" y="2919"/>
                    </a:lnTo>
                    <a:lnTo>
                      <a:pt x="2067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57;p29"/>
              <p:cNvSpPr/>
              <p:nvPr/>
            </p:nvSpPr>
            <p:spPr>
              <a:xfrm>
                <a:off x="5005013" y="2936325"/>
                <a:ext cx="211275" cy="996250"/>
              </a:xfrm>
              <a:custGeom>
                <a:avLst/>
                <a:gdLst/>
                <a:ahLst/>
                <a:cxnLst/>
                <a:rect l="l" t="t" r="r" b="b"/>
                <a:pathLst>
                  <a:path w="8451" h="39850" extrusionOk="0">
                    <a:moveTo>
                      <a:pt x="3922" y="0"/>
                    </a:moveTo>
                    <a:lnTo>
                      <a:pt x="1277" y="335"/>
                    </a:lnTo>
                    <a:lnTo>
                      <a:pt x="1" y="30031"/>
                    </a:lnTo>
                    <a:lnTo>
                      <a:pt x="5563" y="39849"/>
                    </a:lnTo>
                    <a:lnTo>
                      <a:pt x="8451" y="28785"/>
                    </a:lnTo>
                    <a:lnTo>
                      <a:pt x="3922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58;p29"/>
              <p:cNvSpPr/>
              <p:nvPr/>
            </p:nvSpPr>
            <p:spPr>
              <a:xfrm>
                <a:off x="4846213" y="2341275"/>
                <a:ext cx="291050" cy="435500"/>
              </a:xfrm>
              <a:custGeom>
                <a:avLst/>
                <a:gdLst/>
                <a:ahLst/>
                <a:cxnLst/>
                <a:rect l="l" t="t" r="r" b="b"/>
                <a:pathLst>
                  <a:path w="11642" h="17420" extrusionOk="0">
                    <a:moveTo>
                      <a:pt x="1336" y="0"/>
                    </a:moveTo>
                    <a:cubicBezTo>
                      <a:pt x="1262" y="0"/>
                      <a:pt x="1216" y="27"/>
                      <a:pt x="1216" y="94"/>
                    </a:cubicBezTo>
                    <a:cubicBezTo>
                      <a:pt x="1155" y="1766"/>
                      <a:pt x="973" y="3589"/>
                      <a:pt x="760" y="5231"/>
                    </a:cubicBezTo>
                    <a:cubicBezTo>
                      <a:pt x="395" y="7906"/>
                      <a:pt x="0" y="10094"/>
                      <a:pt x="122" y="10307"/>
                    </a:cubicBezTo>
                    <a:cubicBezTo>
                      <a:pt x="1672" y="13407"/>
                      <a:pt x="6778" y="17389"/>
                      <a:pt x="7538" y="17419"/>
                    </a:cubicBezTo>
                    <a:cubicBezTo>
                      <a:pt x="7545" y="17420"/>
                      <a:pt x="7551" y="17420"/>
                      <a:pt x="7558" y="17420"/>
                    </a:cubicBezTo>
                    <a:cubicBezTo>
                      <a:pt x="8833" y="17420"/>
                      <a:pt x="10638" y="11516"/>
                      <a:pt x="10456" y="10216"/>
                    </a:cubicBezTo>
                    <a:cubicBezTo>
                      <a:pt x="10456" y="10155"/>
                      <a:pt x="10456" y="10124"/>
                      <a:pt x="10456" y="10094"/>
                    </a:cubicBezTo>
                    <a:cubicBezTo>
                      <a:pt x="10395" y="9851"/>
                      <a:pt x="10395" y="9638"/>
                      <a:pt x="10395" y="9395"/>
                    </a:cubicBezTo>
                    <a:cubicBezTo>
                      <a:pt x="10487" y="6477"/>
                      <a:pt x="11642" y="3012"/>
                      <a:pt x="11642" y="3012"/>
                    </a:cubicBezTo>
                    <a:lnTo>
                      <a:pt x="4529" y="1036"/>
                    </a:lnTo>
                    <a:lnTo>
                      <a:pt x="2371" y="428"/>
                    </a:lnTo>
                    <a:cubicBezTo>
                      <a:pt x="2371" y="428"/>
                      <a:pt x="1632" y="0"/>
                      <a:pt x="1336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59;p29"/>
              <p:cNvSpPr/>
              <p:nvPr/>
            </p:nvSpPr>
            <p:spPr>
              <a:xfrm>
                <a:off x="4889513" y="2361100"/>
                <a:ext cx="247000" cy="235900"/>
              </a:xfrm>
              <a:custGeom>
                <a:avLst/>
                <a:gdLst/>
                <a:ahLst/>
                <a:cxnLst/>
                <a:rect l="l" t="t" r="r" b="b"/>
                <a:pathLst>
                  <a:path w="9880" h="9436" extrusionOk="0">
                    <a:moveTo>
                      <a:pt x="1" y="0"/>
                    </a:moveTo>
                    <a:cubicBezTo>
                      <a:pt x="1" y="0"/>
                      <a:pt x="578" y="9028"/>
                      <a:pt x="7630" y="9423"/>
                    </a:cubicBezTo>
                    <a:cubicBezTo>
                      <a:pt x="7737" y="9432"/>
                      <a:pt x="7844" y="9435"/>
                      <a:pt x="7950" y="9435"/>
                    </a:cubicBezTo>
                    <a:cubicBezTo>
                      <a:pt x="8208" y="9435"/>
                      <a:pt x="8466" y="9414"/>
                      <a:pt x="8724" y="9392"/>
                    </a:cubicBezTo>
                    <a:cubicBezTo>
                      <a:pt x="8724" y="9362"/>
                      <a:pt x="8724" y="9331"/>
                      <a:pt x="8724" y="9301"/>
                    </a:cubicBezTo>
                    <a:cubicBezTo>
                      <a:pt x="8663" y="9058"/>
                      <a:pt x="8663" y="8815"/>
                      <a:pt x="8663" y="8602"/>
                    </a:cubicBezTo>
                    <a:cubicBezTo>
                      <a:pt x="8755" y="5684"/>
                      <a:pt x="9879" y="2219"/>
                      <a:pt x="9879" y="2219"/>
                    </a:cubicBezTo>
                    <a:lnTo>
                      <a:pt x="2767" y="2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60;p29"/>
              <p:cNvSpPr/>
              <p:nvPr/>
            </p:nvSpPr>
            <p:spPr>
              <a:xfrm>
                <a:off x="4973863" y="25252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noFill/>
              <a:ln w="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61;p29"/>
              <p:cNvSpPr/>
              <p:nvPr/>
            </p:nvSpPr>
            <p:spPr>
              <a:xfrm>
                <a:off x="4808963" y="1881825"/>
                <a:ext cx="517525" cy="637750"/>
              </a:xfrm>
              <a:custGeom>
                <a:avLst/>
                <a:gdLst/>
                <a:ahLst/>
                <a:cxnLst/>
                <a:rect l="l" t="t" r="r" b="b"/>
                <a:pathLst>
                  <a:path w="20701" h="25510" extrusionOk="0">
                    <a:moveTo>
                      <a:pt x="10001" y="1"/>
                    </a:moveTo>
                    <a:cubicBezTo>
                      <a:pt x="6178" y="1"/>
                      <a:pt x="2166" y="2336"/>
                      <a:pt x="1065" y="6192"/>
                    </a:cubicBezTo>
                    <a:cubicBezTo>
                      <a:pt x="1" y="9931"/>
                      <a:pt x="2159" y="20660"/>
                      <a:pt x="4864" y="23001"/>
                    </a:cubicBezTo>
                    <a:cubicBezTo>
                      <a:pt x="6706" y="24613"/>
                      <a:pt x="9087" y="25509"/>
                      <a:pt x="11387" y="25509"/>
                    </a:cubicBezTo>
                    <a:cubicBezTo>
                      <a:pt x="13943" y="25509"/>
                      <a:pt x="16400" y="24401"/>
                      <a:pt x="17904" y="21937"/>
                    </a:cubicBezTo>
                    <a:cubicBezTo>
                      <a:pt x="20700" y="17408"/>
                      <a:pt x="17630" y="3487"/>
                      <a:pt x="14621" y="1390"/>
                    </a:cubicBezTo>
                    <a:cubicBezTo>
                      <a:pt x="13286" y="441"/>
                      <a:pt x="11661" y="1"/>
                      <a:pt x="10001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62;p29"/>
              <p:cNvSpPr/>
              <p:nvPr/>
            </p:nvSpPr>
            <p:spPr>
              <a:xfrm>
                <a:off x="5089363" y="2192250"/>
                <a:ext cx="20550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2074" extrusionOk="0">
                    <a:moveTo>
                      <a:pt x="453" y="0"/>
                    </a:moveTo>
                    <a:cubicBezTo>
                      <a:pt x="441" y="0"/>
                      <a:pt x="396" y="71"/>
                      <a:pt x="396" y="97"/>
                    </a:cubicBezTo>
                    <a:cubicBezTo>
                      <a:pt x="578" y="797"/>
                      <a:pt x="639" y="1648"/>
                      <a:pt x="31" y="2012"/>
                    </a:cubicBezTo>
                    <a:cubicBezTo>
                      <a:pt x="1" y="2012"/>
                      <a:pt x="31" y="2073"/>
                      <a:pt x="31" y="2073"/>
                    </a:cubicBezTo>
                    <a:cubicBezTo>
                      <a:pt x="821" y="1800"/>
                      <a:pt x="730" y="675"/>
                      <a:pt x="457" y="6"/>
                    </a:cubicBezTo>
                    <a:cubicBezTo>
                      <a:pt x="457" y="2"/>
                      <a:pt x="455" y="0"/>
                      <a:pt x="45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63;p29"/>
              <p:cNvSpPr/>
              <p:nvPr/>
            </p:nvSpPr>
            <p:spPr>
              <a:xfrm>
                <a:off x="5052113" y="2177075"/>
                <a:ext cx="6242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351" extrusionOk="0">
                    <a:moveTo>
                      <a:pt x="1229" y="1"/>
                    </a:moveTo>
                    <a:cubicBezTo>
                      <a:pt x="1205" y="1"/>
                      <a:pt x="1181" y="2"/>
                      <a:pt x="1156" y="5"/>
                    </a:cubicBezTo>
                    <a:cubicBezTo>
                      <a:pt x="1" y="124"/>
                      <a:pt x="318" y="2350"/>
                      <a:pt x="1348" y="2350"/>
                    </a:cubicBezTo>
                    <a:cubicBezTo>
                      <a:pt x="1375" y="2350"/>
                      <a:pt x="1402" y="2349"/>
                      <a:pt x="1430" y="2346"/>
                    </a:cubicBezTo>
                    <a:cubicBezTo>
                      <a:pt x="2496" y="2227"/>
                      <a:pt x="2148" y="1"/>
                      <a:pt x="122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64;p29"/>
              <p:cNvSpPr/>
              <p:nvPr/>
            </p:nvSpPr>
            <p:spPr>
              <a:xfrm>
                <a:off x="5205638" y="2178500"/>
                <a:ext cx="28900" cy="451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804" extrusionOk="0">
                    <a:moveTo>
                      <a:pt x="36" y="1"/>
                    </a:moveTo>
                    <a:cubicBezTo>
                      <a:pt x="33" y="1"/>
                      <a:pt x="31" y="3"/>
                      <a:pt x="31" y="9"/>
                    </a:cubicBezTo>
                    <a:cubicBezTo>
                      <a:pt x="1" y="729"/>
                      <a:pt x="296" y="1803"/>
                      <a:pt x="1092" y="1803"/>
                    </a:cubicBezTo>
                    <a:cubicBezTo>
                      <a:pt x="1103" y="1803"/>
                      <a:pt x="1114" y="1803"/>
                      <a:pt x="1125" y="1802"/>
                    </a:cubicBezTo>
                    <a:cubicBezTo>
                      <a:pt x="1155" y="1802"/>
                      <a:pt x="1125" y="1772"/>
                      <a:pt x="1125" y="1772"/>
                    </a:cubicBezTo>
                    <a:cubicBezTo>
                      <a:pt x="426" y="1620"/>
                      <a:pt x="183" y="799"/>
                      <a:pt x="91" y="70"/>
                    </a:cubicBezTo>
                    <a:cubicBezTo>
                      <a:pt x="91" y="45"/>
                      <a:pt x="52" y="1"/>
                      <a:pt x="3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65;p29"/>
              <p:cNvSpPr/>
              <p:nvPr/>
            </p:nvSpPr>
            <p:spPr>
              <a:xfrm>
                <a:off x="5196938" y="2156875"/>
                <a:ext cx="6197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2479" h="2351" extrusionOk="0">
                    <a:moveTo>
                      <a:pt x="1106" y="1"/>
                    </a:moveTo>
                    <a:cubicBezTo>
                      <a:pt x="1048" y="1"/>
                      <a:pt x="988" y="8"/>
                      <a:pt x="926" y="23"/>
                    </a:cubicBezTo>
                    <a:cubicBezTo>
                      <a:pt x="1" y="225"/>
                      <a:pt x="340" y="2351"/>
                      <a:pt x="1316" y="2351"/>
                    </a:cubicBezTo>
                    <a:cubicBezTo>
                      <a:pt x="1367" y="2351"/>
                      <a:pt x="1419" y="2345"/>
                      <a:pt x="1473" y="2333"/>
                    </a:cubicBezTo>
                    <a:cubicBezTo>
                      <a:pt x="2478" y="2103"/>
                      <a:pt x="2099" y="1"/>
                      <a:pt x="110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66;p29"/>
              <p:cNvSpPr/>
              <p:nvPr/>
            </p:nvSpPr>
            <p:spPr>
              <a:xfrm>
                <a:off x="5032238" y="2107600"/>
                <a:ext cx="64750" cy="47150"/>
              </a:xfrm>
              <a:custGeom>
                <a:avLst/>
                <a:gdLst/>
                <a:ahLst/>
                <a:cxnLst/>
                <a:rect l="l" t="t" r="r" b="b"/>
                <a:pathLst>
                  <a:path w="2590" h="1886" extrusionOk="0">
                    <a:moveTo>
                      <a:pt x="1763" y="0"/>
                    </a:moveTo>
                    <a:cubicBezTo>
                      <a:pt x="1519" y="0"/>
                      <a:pt x="1275" y="77"/>
                      <a:pt x="1070" y="231"/>
                    </a:cubicBezTo>
                    <a:cubicBezTo>
                      <a:pt x="644" y="413"/>
                      <a:pt x="310" y="748"/>
                      <a:pt x="128" y="1173"/>
                    </a:cubicBezTo>
                    <a:cubicBezTo>
                      <a:pt x="0" y="1529"/>
                      <a:pt x="299" y="1885"/>
                      <a:pt x="649" y="1885"/>
                    </a:cubicBezTo>
                    <a:cubicBezTo>
                      <a:pt x="717" y="1885"/>
                      <a:pt x="788" y="1872"/>
                      <a:pt x="857" y="1842"/>
                    </a:cubicBezTo>
                    <a:cubicBezTo>
                      <a:pt x="1131" y="1690"/>
                      <a:pt x="1435" y="1538"/>
                      <a:pt x="1708" y="1386"/>
                    </a:cubicBezTo>
                    <a:cubicBezTo>
                      <a:pt x="2043" y="1265"/>
                      <a:pt x="2316" y="1021"/>
                      <a:pt x="2498" y="748"/>
                    </a:cubicBezTo>
                    <a:cubicBezTo>
                      <a:pt x="2590" y="535"/>
                      <a:pt x="2498" y="292"/>
                      <a:pt x="2316" y="140"/>
                    </a:cubicBezTo>
                    <a:cubicBezTo>
                      <a:pt x="2143" y="47"/>
                      <a:pt x="1953" y="0"/>
                      <a:pt x="176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67;p29"/>
              <p:cNvSpPr/>
              <p:nvPr/>
            </p:nvSpPr>
            <p:spPr>
              <a:xfrm>
                <a:off x="5184363" y="2088400"/>
                <a:ext cx="70675" cy="3562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425" extrusionOk="0">
                    <a:moveTo>
                      <a:pt x="1063" y="1"/>
                    </a:moveTo>
                    <a:cubicBezTo>
                      <a:pt x="714" y="1"/>
                      <a:pt x="368" y="156"/>
                      <a:pt x="122" y="452"/>
                    </a:cubicBezTo>
                    <a:cubicBezTo>
                      <a:pt x="0" y="634"/>
                      <a:pt x="31" y="878"/>
                      <a:pt x="183" y="1060"/>
                    </a:cubicBezTo>
                    <a:cubicBezTo>
                      <a:pt x="455" y="1223"/>
                      <a:pt x="752" y="1338"/>
                      <a:pt x="1052" y="1338"/>
                    </a:cubicBezTo>
                    <a:cubicBezTo>
                      <a:pt x="1086" y="1338"/>
                      <a:pt x="1121" y="1337"/>
                      <a:pt x="1155" y="1333"/>
                    </a:cubicBezTo>
                    <a:cubicBezTo>
                      <a:pt x="1490" y="1364"/>
                      <a:pt x="1793" y="1425"/>
                      <a:pt x="2128" y="1425"/>
                    </a:cubicBezTo>
                    <a:cubicBezTo>
                      <a:pt x="2614" y="1425"/>
                      <a:pt x="2827" y="878"/>
                      <a:pt x="2523" y="543"/>
                    </a:cubicBezTo>
                    <a:cubicBezTo>
                      <a:pt x="2189" y="209"/>
                      <a:pt x="1763" y="26"/>
                      <a:pt x="1307" y="26"/>
                    </a:cubicBezTo>
                    <a:cubicBezTo>
                      <a:pt x="1226" y="9"/>
                      <a:pt x="1145" y="1"/>
                      <a:pt x="106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68;p29"/>
              <p:cNvSpPr/>
              <p:nvPr/>
            </p:nvSpPr>
            <p:spPr>
              <a:xfrm>
                <a:off x="5108588" y="2363825"/>
                <a:ext cx="38550" cy="14775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591" extrusionOk="0">
                    <a:moveTo>
                      <a:pt x="51" y="0"/>
                    </a:moveTo>
                    <a:cubicBezTo>
                      <a:pt x="25" y="0"/>
                      <a:pt x="0" y="22"/>
                      <a:pt x="22" y="43"/>
                    </a:cubicBezTo>
                    <a:cubicBezTo>
                      <a:pt x="113" y="347"/>
                      <a:pt x="356" y="560"/>
                      <a:pt x="691" y="590"/>
                    </a:cubicBezTo>
                    <a:cubicBezTo>
                      <a:pt x="1055" y="590"/>
                      <a:pt x="1390" y="377"/>
                      <a:pt x="1542" y="73"/>
                    </a:cubicBezTo>
                    <a:cubicBezTo>
                      <a:pt x="1542" y="52"/>
                      <a:pt x="1542" y="30"/>
                      <a:pt x="1531" y="30"/>
                    </a:cubicBezTo>
                    <a:cubicBezTo>
                      <a:pt x="1527" y="30"/>
                      <a:pt x="1520" y="34"/>
                      <a:pt x="1511" y="43"/>
                    </a:cubicBezTo>
                    <a:cubicBezTo>
                      <a:pt x="1268" y="195"/>
                      <a:pt x="1025" y="286"/>
                      <a:pt x="751" y="347"/>
                    </a:cubicBezTo>
                    <a:cubicBezTo>
                      <a:pt x="478" y="347"/>
                      <a:pt x="265" y="134"/>
                      <a:pt x="83" y="13"/>
                    </a:cubicBezTo>
                    <a:cubicBezTo>
                      <a:pt x="74" y="4"/>
                      <a:pt x="62" y="0"/>
                      <a:pt x="5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69;p29"/>
              <p:cNvSpPr/>
              <p:nvPr/>
            </p:nvSpPr>
            <p:spPr>
              <a:xfrm>
                <a:off x="5116713" y="2306375"/>
                <a:ext cx="63100" cy="45050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1802" extrusionOk="0">
                    <a:moveTo>
                      <a:pt x="183" y="1"/>
                    </a:moveTo>
                    <a:cubicBezTo>
                      <a:pt x="92" y="213"/>
                      <a:pt x="31" y="487"/>
                      <a:pt x="31" y="730"/>
                    </a:cubicBezTo>
                    <a:cubicBezTo>
                      <a:pt x="1" y="1186"/>
                      <a:pt x="92" y="1733"/>
                      <a:pt x="700" y="1794"/>
                    </a:cubicBezTo>
                    <a:cubicBezTo>
                      <a:pt x="746" y="1799"/>
                      <a:pt x="791" y="1802"/>
                      <a:pt x="837" y="1802"/>
                    </a:cubicBezTo>
                    <a:cubicBezTo>
                      <a:pt x="1064" y="1802"/>
                      <a:pt x="1288" y="1738"/>
                      <a:pt x="1490" y="1612"/>
                    </a:cubicBezTo>
                    <a:cubicBezTo>
                      <a:pt x="1916" y="1338"/>
                      <a:pt x="2281" y="973"/>
                      <a:pt x="2524" y="517"/>
                    </a:cubicBezTo>
                    <a:lnTo>
                      <a:pt x="2524" y="517"/>
                    </a:lnTo>
                    <a:cubicBezTo>
                      <a:pt x="2420" y="525"/>
                      <a:pt x="2317" y="529"/>
                      <a:pt x="2214" y="529"/>
                    </a:cubicBezTo>
                    <a:cubicBezTo>
                      <a:pt x="1498" y="529"/>
                      <a:pt x="794" y="346"/>
                      <a:pt x="1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70;p29"/>
              <p:cNvSpPr/>
              <p:nvPr/>
            </p:nvSpPr>
            <p:spPr>
              <a:xfrm>
                <a:off x="5120163" y="2096625"/>
                <a:ext cx="105725" cy="231050"/>
              </a:xfrm>
              <a:custGeom>
                <a:avLst/>
                <a:gdLst/>
                <a:ahLst/>
                <a:cxnLst/>
                <a:rect l="l" t="t" r="r" b="b"/>
                <a:pathLst>
                  <a:path w="4229" h="9242" extrusionOk="0">
                    <a:moveTo>
                      <a:pt x="2011" y="0"/>
                    </a:moveTo>
                    <a:cubicBezTo>
                      <a:pt x="1968" y="0"/>
                      <a:pt x="1930" y="34"/>
                      <a:pt x="1930" y="93"/>
                    </a:cubicBezTo>
                    <a:cubicBezTo>
                      <a:pt x="2355" y="2403"/>
                      <a:pt x="3176" y="4652"/>
                      <a:pt x="3632" y="6992"/>
                    </a:cubicBezTo>
                    <a:cubicBezTo>
                      <a:pt x="3237" y="6871"/>
                      <a:pt x="2811" y="6810"/>
                      <a:pt x="2386" y="6810"/>
                    </a:cubicBezTo>
                    <a:cubicBezTo>
                      <a:pt x="2325" y="6840"/>
                      <a:pt x="2781" y="8421"/>
                      <a:pt x="2811" y="8695"/>
                    </a:cubicBezTo>
                    <a:lnTo>
                      <a:pt x="2811" y="8725"/>
                    </a:lnTo>
                    <a:cubicBezTo>
                      <a:pt x="2514" y="8802"/>
                      <a:pt x="2238" y="8839"/>
                      <a:pt x="1967" y="8839"/>
                    </a:cubicBezTo>
                    <a:cubicBezTo>
                      <a:pt x="1379" y="8839"/>
                      <a:pt x="814" y="8663"/>
                      <a:pt x="106" y="8330"/>
                    </a:cubicBezTo>
                    <a:cubicBezTo>
                      <a:pt x="90" y="8322"/>
                      <a:pt x="74" y="8318"/>
                      <a:pt x="60" y="8318"/>
                    </a:cubicBezTo>
                    <a:cubicBezTo>
                      <a:pt x="21" y="8318"/>
                      <a:pt x="1" y="8346"/>
                      <a:pt x="45" y="8391"/>
                    </a:cubicBezTo>
                    <a:cubicBezTo>
                      <a:pt x="501" y="8907"/>
                      <a:pt x="1170" y="9211"/>
                      <a:pt x="1869" y="9242"/>
                    </a:cubicBezTo>
                    <a:cubicBezTo>
                      <a:pt x="2173" y="9242"/>
                      <a:pt x="2477" y="9211"/>
                      <a:pt x="2781" y="9120"/>
                    </a:cubicBezTo>
                    <a:cubicBezTo>
                      <a:pt x="2842" y="9120"/>
                      <a:pt x="2872" y="9090"/>
                      <a:pt x="2933" y="9090"/>
                    </a:cubicBezTo>
                    <a:cubicBezTo>
                      <a:pt x="2994" y="9090"/>
                      <a:pt x="3024" y="9059"/>
                      <a:pt x="3085" y="9029"/>
                    </a:cubicBezTo>
                    <a:cubicBezTo>
                      <a:pt x="3176" y="8998"/>
                      <a:pt x="3206" y="8938"/>
                      <a:pt x="3206" y="8846"/>
                    </a:cubicBezTo>
                    <a:cubicBezTo>
                      <a:pt x="3206" y="8816"/>
                      <a:pt x="3206" y="8786"/>
                      <a:pt x="3206" y="8786"/>
                    </a:cubicBezTo>
                    <a:lnTo>
                      <a:pt x="3206" y="8695"/>
                    </a:lnTo>
                    <a:cubicBezTo>
                      <a:pt x="3115" y="8147"/>
                      <a:pt x="2933" y="7296"/>
                      <a:pt x="2933" y="7296"/>
                    </a:cubicBezTo>
                    <a:lnTo>
                      <a:pt x="2933" y="7296"/>
                    </a:lnTo>
                    <a:cubicBezTo>
                      <a:pt x="3078" y="7358"/>
                      <a:pt x="3646" y="7519"/>
                      <a:pt x="3975" y="7519"/>
                    </a:cubicBezTo>
                    <a:cubicBezTo>
                      <a:pt x="4128" y="7519"/>
                      <a:pt x="4229" y="7484"/>
                      <a:pt x="4210" y="7388"/>
                    </a:cubicBezTo>
                    <a:cubicBezTo>
                      <a:pt x="3693" y="4986"/>
                      <a:pt x="3085" y="2311"/>
                      <a:pt x="2082" y="32"/>
                    </a:cubicBezTo>
                    <a:cubicBezTo>
                      <a:pt x="2060" y="10"/>
                      <a:pt x="2035" y="0"/>
                      <a:pt x="201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71;p29"/>
              <p:cNvSpPr/>
              <p:nvPr/>
            </p:nvSpPr>
            <p:spPr>
              <a:xfrm>
                <a:off x="4751413" y="1827450"/>
                <a:ext cx="555300" cy="418300"/>
              </a:xfrm>
              <a:custGeom>
                <a:avLst/>
                <a:gdLst/>
                <a:ahLst/>
                <a:cxnLst/>
                <a:rect l="l" t="t" r="r" b="b"/>
                <a:pathLst>
                  <a:path w="22212" h="16732" extrusionOk="0">
                    <a:moveTo>
                      <a:pt x="17244" y="1"/>
                    </a:moveTo>
                    <a:cubicBezTo>
                      <a:pt x="16702" y="1"/>
                      <a:pt x="16285" y="1224"/>
                      <a:pt x="16285" y="1224"/>
                    </a:cubicBezTo>
                    <a:cubicBezTo>
                      <a:pt x="16285" y="1224"/>
                      <a:pt x="14108" y="834"/>
                      <a:pt x="11485" y="834"/>
                    </a:cubicBezTo>
                    <a:cubicBezTo>
                      <a:pt x="10376" y="834"/>
                      <a:pt x="9186" y="904"/>
                      <a:pt x="8047" y="1103"/>
                    </a:cubicBezTo>
                    <a:cubicBezTo>
                      <a:pt x="4218" y="1771"/>
                      <a:pt x="2911" y="5935"/>
                      <a:pt x="2911" y="5935"/>
                    </a:cubicBezTo>
                    <a:cubicBezTo>
                      <a:pt x="2911" y="5935"/>
                      <a:pt x="904" y="6665"/>
                      <a:pt x="449" y="8215"/>
                    </a:cubicBezTo>
                    <a:cubicBezTo>
                      <a:pt x="0" y="9740"/>
                      <a:pt x="2903" y="16732"/>
                      <a:pt x="4532" y="16732"/>
                    </a:cubicBezTo>
                    <a:cubicBezTo>
                      <a:pt x="4559" y="16732"/>
                      <a:pt x="4586" y="16730"/>
                      <a:pt x="4613" y="16726"/>
                    </a:cubicBezTo>
                    <a:cubicBezTo>
                      <a:pt x="7166" y="16331"/>
                      <a:pt x="6984" y="11619"/>
                      <a:pt x="6984" y="11619"/>
                    </a:cubicBezTo>
                    <a:cubicBezTo>
                      <a:pt x="6984" y="11619"/>
                      <a:pt x="11269" y="10252"/>
                      <a:pt x="11452" y="6847"/>
                    </a:cubicBezTo>
                    <a:cubicBezTo>
                      <a:pt x="11452" y="6847"/>
                      <a:pt x="13763" y="7895"/>
                      <a:pt x="16214" y="7895"/>
                    </a:cubicBezTo>
                    <a:cubicBezTo>
                      <a:pt x="17205" y="7895"/>
                      <a:pt x="18219" y="7724"/>
                      <a:pt x="19111" y="7242"/>
                    </a:cubicBezTo>
                    <a:cubicBezTo>
                      <a:pt x="22212" y="5571"/>
                      <a:pt x="20996" y="1954"/>
                      <a:pt x="20510" y="1224"/>
                    </a:cubicBezTo>
                    <a:cubicBezTo>
                      <a:pt x="20423" y="1089"/>
                      <a:pt x="20302" y="1034"/>
                      <a:pt x="20160" y="1034"/>
                    </a:cubicBezTo>
                    <a:cubicBezTo>
                      <a:pt x="19503" y="1034"/>
                      <a:pt x="18412" y="2227"/>
                      <a:pt x="18412" y="2227"/>
                    </a:cubicBezTo>
                    <a:cubicBezTo>
                      <a:pt x="18412" y="2227"/>
                      <a:pt x="17896" y="160"/>
                      <a:pt x="17318" y="8"/>
                    </a:cubicBezTo>
                    <a:cubicBezTo>
                      <a:pt x="17293" y="3"/>
                      <a:pt x="17268" y="1"/>
                      <a:pt x="1724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72;p29"/>
              <p:cNvSpPr/>
              <p:nvPr/>
            </p:nvSpPr>
            <p:spPr>
              <a:xfrm>
                <a:off x="4897863" y="1972975"/>
                <a:ext cx="147500" cy="155600"/>
              </a:xfrm>
              <a:custGeom>
                <a:avLst/>
                <a:gdLst/>
                <a:ahLst/>
                <a:cxnLst/>
                <a:rect l="l" t="t" r="r" b="b"/>
                <a:pathLst>
                  <a:path w="5900" h="6224" extrusionOk="0">
                    <a:moveTo>
                      <a:pt x="5563" y="1"/>
                    </a:moveTo>
                    <a:cubicBezTo>
                      <a:pt x="5548" y="1"/>
                      <a:pt x="5533" y="8"/>
                      <a:pt x="5533" y="23"/>
                    </a:cubicBezTo>
                    <a:cubicBezTo>
                      <a:pt x="5503" y="3336"/>
                      <a:pt x="3588" y="5950"/>
                      <a:pt x="123" y="5981"/>
                    </a:cubicBezTo>
                    <a:cubicBezTo>
                      <a:pt x="31" y="5981"/>
                      <a:pt x="1" y="6133"/>
                      <a:pt x="123" y="6133"/>
                    </a:cubicBezTo>
                    <a:cubicBezTo>
                      <a:pt x="419" y="6195"/>
                      <a:pt x="706" y="6224"/>
                      <a:pt x="985" y="6224"/>
                    </a:cubicBezTo>
                    <a:cubicBezTo>
                      <a:pt x="3991" y="6224"/>
                      <a:pt x="5900" y="2805"/>
                      <a:pt x="5594" y="23"/>
                    </a:cubicBezTo>
                    <a:cubicBezTo>
                      <a:pt x="5594" y="8"/>
                      <a:pt x="5579" y="1"/>
                      <a:pt x="556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73;p29"/>
              <p:cNvSpPr/>
              <p:nvPr/>
            </p:nvSpPr>
            <p:spPr>
              <a:xfrm>
                <a:off x="4739063" y="1973550"/>
                <a:ext cx="128825" cy="270125"/>
              </a:xfrm>
              <a:custGeom>
                <a:avLst/>
                <a:gdLst/>
                <a:ahLst/>
                <a:cxnLst/>
                <a:rect l="l" t="t" r="r" b="b"/>
                <a:pathLst>
                  <a:path w="5153" h="10805" extrusionOk="0">
                    <a:moveTo>
                      <a:pt x="3465" y="0"/>
                    </a:moveTo>
                    <a:cubicBezTo>
                      <a:pt x="1307" y="851"/>
                      <a:pt x="0" y="2462"/>
                      <a:pt x="669" y="4864"/>
                    </a:cubicBezTo>
                    <a:cubicBezTo>
                      <a:pt x="1246" y="6991"/>
                      <a:pt x="2857" y="9940"/>
                      <a:pt x="4985" y="10791"/>
                    </a:cubicBezTo>
                    <a:cubicBezTo>
                      <a:pt x="5005" y="10801"/>
                      <a:pt x="5023" y="10805"/>
                      <a:pt x="5039" y="10805"/>
                    </a:cubicBezTo>
                    <a:cubicBezTo>
                      <a:pt x="5122" y="10805"/>
                      <a:pt x="5153" y="10690"/>
                      <a:pt x="5076" y="10639"/>
                    </a:cubicBezTo>
                    <a:cubicBezTo>
                      <a:pt x="3283" y="9788"/>
                      <a:pt x="1976" y="7538"/>
                      <a:pt x="1246" y="5775"/>
                    </a:cubicBezTo>
                    <a:cubicBezTo>
                      <a:pt x="760" y="4620"/>
                      <a:pt x="395" y="3283"/>
                      <a:pt x="1034" y="2098"/>
                    </a:cubicBezTo>
                    <a:cubicBezTo>
                      <a:pt x="1581" y="1155"/>
                      <a:pt x="2614" y="669"/>
                      <a:pt x="3496" y="61"/>
                    </a:cubicBezTo>
                    <a:cubicBezTo>
                      <a:pt x="3526" y="61"/>
                      <a:pt x="3496" y="0"/>
                      <a:pt x="346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74;p29"/>
              <p:cNvSpPr/>
              <p:nvPr/>
            </p:nvSpPr>
            <p:spPr>
              <a:xfrm>
                <a:off x="5127838" y="1856450"/>
                <a:ext cx="178875" cy="167550"/>
              </a:xfrm>
              <a:custGeom>
                <a:avLst/>
                <a:gdLst/>
                <a:ahLst/>
                <a:cxnLst/>
                <a:rect l="l" t="t" r="r" b="b"/>
                <a:pathLst>
                  <a:path w="7155" h="6702" extrusionOk="0">
                    <a:moveTo>
                      <a:pt x="5398" y="1"/>
                    </a:moveTo>
                    <a:cubicBezTo>
                      <a:pt x="5342" y="1"/>
                      <a:pt x="5286" y="80"/>
                      <a:pt x="5331" y="125"/>
                    </a:cubicBezTo>
                    <a:cubicBezTo>
                      <a:pt x="6334" y="1736"/>
                      <a:pt x="7033" y="3742"/>
                      <a:pt x="5422" y="5262"/>
                    </a:cubicBezTo>
                    <a:cubicBezTo>
                      <a:pt x="4569" y="6055"/>
                      <a:pt x="3316" y="6460"/>
                      <a:pt x="2100" y="6460"/>
                    </a:cubicBezTo>
                    <a:cubicBezTo>
                      <a:pt x="1452" y="6460"/>
                      <a:pt x="815" y="6345"/>
                      <a:pt x="255" y="6113"/>
                    </a:cubicBezTo>
                    <a:cubicBezTo>
                      <a:pt x="236" y="6105"/>
                      <a:pt x="218" y="6102"/>
                      <a:pt x="201" y="6102"/>
                    </a:cubicBezTo>
                    <a:cubicBezTo>
                      <a:pt x="77" y="6102"/>
                      <a:pt x="0" y="6272"/>
                      <a:pt x="133" y="6326"/>
                    </a:cubicBezTo>
                    <a:cubicBezTo>
                      <a:pt x="726" y="6577"/>
                      <a:pt x="1415" y="6702"/>
                      <a:pt x="2117" y="6702"/>
                    </a:cubicBezTo>
                    <a:cubicBezTo>
                      <a:pt x="3542" y="6702"/>
                      <a:pt x="5023" y="6188"/>
                      <a:pt x="5878" y="5171"/>
                    </a:cubicBezTo>
                    <a:cubicBezTo>
                      <a:pt x="7155" y="3651"/>
                      <a:pt x="6729" y="1371"/>
                      <a:pt x="5453" y="34"/>
                    </a:cubicBezTo>
                    <a:cubicBezTo>
                      <a:pt x="5437" y="10"/>
                      <a:pt x="5417" y="1"/>
                      <a:pt x="539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75;p29"/>
              <p:cNvSpPr/>
              <p:nvPr/>
            </p:nvSpPr>
            <p:spPr>
              <a:xfrm>
                <a:off x="4980538" y="2141225"/>
                <a:ext cx="190175" cy="157625"/>
              </a:xfrm>
              <a:custGeom>
                <a:avLst/>
                <a:gdLst/>
                <a:ahLst/>
                <a:cxnLst/>
                <a:rect l="l" t="t" r="r" b="b"/>
                <a:pathLst>
                  <a:path w="7607" h="6305" extrusionOk="0">
                    <a:moveTo>
                      <a:pt x="4105" y="434"/>
                    </a:moveTo>
                    <a:cubicBezTo>
                      <a:pt x="5485" y="434"/>
                      <a:pt x="6667" y="1478"/>
                      <a:pt x="6785" y="2868"/>
                    </a:cubicBezTo>
                    <a:cubicBezTo>
                      <a:pt x="6937" y="4297"/>
                      <a:pt x="5934" y="5604"/>
                      <a:pt x="4536" y="5847"/>
                    </a:cubicBezTo>
                    <a:cubicBezTo>
                      <a:pt x="4397" y="5867"/>
                      <a:pt x="4259" y="5877"/>
                      <a:pt x="4122" y="5877"/>
                    </a:cubicBezTo>
                    <a:cubicBezTo>
                      <a:pt x="2851" y="5877"/>
                      <a:pt x="1710" y="5012"/>
                      <a:pt x="1436" y="3749"/>
                    </a:cubicBezTo>
                    <a:cubicBezTo>
                      <a:pt x="1101" y="2351"/>
                      <a:pt x="1922" y="953"/>
                      <a:pt x="3320" y="527"/>
                    </a:cubicBezTo>
                    <a:cubicBezTo>
                      <a:pt x="3533" y="467"/>
                      <a:pt x="3746" y="436"/>
                      <a:pt x="3989" y="436"/>
                    </a:cubicBezTo>
                    <a:cubicBezTo>
                      <a:pt x="4028" y="435"/>
                      <a:pt x="4067" y="434"/>
                      <a:pt x="4105" y="434"/>
                    </a:cubicBezTo>
                    <a:close/>
                    <a:moveTo>
                      <a:pt x="4075" y="1"/>
                    </a:moveTo>
                    <a:cubicBezTo>
                      <a:pt x="3124" y="1"/>
                      <a:pt x="2167" y="422"/>
                      <a:pt x="1527" y="1318"/>
                    </a:cubicBezTo>
                    <a:cubicBezTo>
                      <a:pt x="0" y="3413"/>
                      <a:pt x="1540" y="6305"/>
                      <a:pt x="4084" y="6305"/>
                    </a:cubicBezTo>
                    <a:cubicBezTo>
                      <a:pt x="4123" y="6305"/>
                      <a:pt x="4162" y="6304"/>
                      <a:pt x="4202" y="6303"/>
                    </a:cubicBezTo>
                    <a:cubicBezTo>
                      <a:pt x="4475" y="6303"/>
                      <a:pt x="4718" y="6242"/>
                      <a:pt x="4962" y="6181"/>
                    </a:cubicBezTo>
                    <a:cubicBezTo>
                      <a:pt x="6633" y="5695"/>
                      <a:pt x="7606" y="3932"/>
                      <a:pt x="7120" y="2260"/>
                    </a:cubicBezTo>
                    <a:cubicBezTo>
                      <a:pt x="6680" y="799"/>
                      <a:pt x="5383" y="1"/>
                      <a:pt x="4075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76;p29"/>
              <p:cNvSpPr/>
              <p:nvPr/>
            </p:nvSpPr>
            <p:spPr>
              <a:xfrm>
                <a:off x="5195763" y="2113650"/>
                <a:ext cx="126150" cy="157050"/>
              </a:xfrm>
              <a:custGeom>
                <a:avLst/>
                <a:gdLst/>
                <a:ahLst/>
                <a:cxnLst/>
                <a:rect l="l" t="t" r="r" b="b"/>
                <a:pathLst>
                  <a:path w="5046" h="6282" extrusionOk="0">
                    <a:moveTo>
                      <a:pt x="2189" y="415"/>
                    </a:moveTo>
                    <a:cubicBezTo>
                      <a:pt x="2675" y="415"/>
                      <a:pt x="3131" y="627"/>
                      <a:pt x="3465" y="992"/>
                    </a:cubicBezTo>
                    <a:cubicBezTo>
                      <a:pt x="3952" y="1478"/>
                      <a:pt x="4255" y="2117"/>
                      <a:pt x="4347" y="2816"/>
                    </a:cubicBezTo>
                    <a:cubicBezTo>
                      <a:pt x="4590" y="4305"/>
                      <a:pt x="3921" y="5643"/>
                      <a:pt x="2857" y="5825"/>
                    </a:cubicBezTo>
                    <a:cubicBezTo>
                      <a:pt x="2791" y="5835"/>
                      <a:pt x="2725" y="5839"/>
                      <a:pt x="2660" y="5839"/>
                    </a:cubicBezTo>
                    <a:cubicBezTo>
                      <a:pt x="1695" y="5839"/>
                      <a:pt x="775" y="4818"/>
                      <a:pt x="547" y="3424"/>
                    </a:cubicBezTo>
                    <a:cubicBezTo>
                      <a:pt x="426" y="2725"/>
                      <a:pt x="517" y="2026"/>
                      <a:pt x="821" y="1387"/>
                    </a:cubicBezTo>
                    <a:cubicBezTo>
                      <a:pt x="1064" y="901"/>
                      <a:pt x="1489" y="536"/>
                      <a:pt x="2037" y="415"/>
                    </a:cubicBezTo>
                    <a:close/>
                    <a:moveTo>
                      <a:pt x="2252" y="1"/>
                    </a:moveTo>
                    <a:cubicBezTo>
                      <a:pt x="2160" y="1"/>
                      <a:pt x="2068" y="7"/>
                      <a:pt x="1976" y="19"/>
                    </a:cubicBezTo>
                    <a:cubicBezTo>
                      <a:pt x="1307" y="141"/>
                      <a:pt x="730" y="597"/>
                      <a:pt x="456" y="1205"/>
                    </a:cubicBezTo>
                    <a:cubicBezTo>
                      <a:pt x="122" y="1934"/>
                      <a:pt x="0" y="2725"/>
                      <a:pt x="122" y="3485"/>
                    </a:cubicBezTo>
                    <a:cubicBezTo>
                      <a:pt x="392" y="5105"/>
                      <a:pt x="1492" y="6282"/>
                      <a:pt x="2690" y="6282"/>
                    </a:cubicBezTo>
                    <a:cubicBezTo>
                      <a:pt x="2705" y="6282"/>
                      <a:pt x="2720" y="6281"/>
                      <a:pt x="2736" y="6281"/>
                    </a:cubicBezTo>
                    <a:cubicBezTo>
                      <a:pt x="2796" y="6251"/>
                      <a:pt x="2888" y="6251"/>
                      <a:pt x="2948" y="6251"/>
                    </a:cubicBezTo>
                    <a:cubicBezTo>
                      <a:pt x="4225" y="6038"/>
                      <a:pt x="5046" y="4488"/>
                      <a:pt x="4772" y="2785"/>
                    </a:cubicBezTo>
                    <a:cubicBezTo>
                      <a:pt x="4651" y="1995"/>
                      <a:pt x="4316" y="1266"/>
                      <a:pt x="3769" y="688"/>
                    </a:cubicBezTo>
                    <a:cubicBezTo>
                      <a:pt x="3376" y="243"/>
                      <a:pt x="2825" y="1"/>
                      <a:pt x="2252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77;p29"/>
              <p:cNvSpPr/>
              <p:nvPr/>
            </p:nvSpPr>
            <p:spPr>
              <a:xfrm>
                <a:off x="5149388" y="2181225"/>
                <a:ext cx="57800" cy="26400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1056" extrusionOk="0">
                    <a:moveTo>
                      <a:pt x="1496" y="0"/>
                    </a:moveTo>
                    <a:cubicBezTo>
                      <a:pt x="875" y="0"/>
                      <a:pt x="298" y="443"/>
                      <a:pt x="1" y="782"/>
                    </a:cubicBezTo>
                    <a:lnTo>
                      <a:pt x="335" y="1055"/>
                    </a:lnTo>
                    <a:cubicBezTo>
                      <a:pt x="335" y="1009"/>
                      <a:pt x="862" y="418"/>
                      <a:pt x="1476" y="418"/>
                    </a:cubicBezTo>
                    <a:cubicBezTo>
                      <a:pt x="1669" y="418"/>
                      <a:pt x="1871" y="477"/>
                      <a:pt x="2068" y="630"/>
                    </a:cubicBezTo>
                    <a:lnTo>
                      <a:pt x="2311" y="295"/>
                    </a:lnTo>
                    <a:cubicBezTo>
                      <a:pt x="2044" y="84"/>
                      <a:pt x="1766" y="0"/>
                      <a:pt x="1496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78;p29"/>
              <p:cNvSpPr/>
              <p:nvPr/>
            </p:nvSpPr>
            <p:spPr>
              <a:xfrm>
                <a:off x="4803638" y="2209100"/>
                <a:ext cx="207475" cy="72225"/>
              </a:xfrm>
              <a:custGeom>
                <a:avLst/>
                <a:gdLst/>
                <a:ahLst/>
                <a:cxnLst/>
                <a:rect l="l" t="t" r="r" b="b"/>
                <a:pathLst>
                  <a:path w="8299" h="2889" extrusionOk="0">
                    <a:moveTo>
                      <a:pt x="8269" y="1"/>
                    </a:moveTo>
                    <a:cubicBezTo>
                      <a:pt x="8025" y="31"/>
                      <a:pt x="2402" y="335"/>
                      <a:pt x="1521" y="639"/>
                    </a:cubicBezTo>
                    <a:cubicBezTo>
                      <a:pt x="639" y="943"/>
                      <a:pt x="62" y="2585"/>
                      <a:pt x="1" y="2767"/>
                    </a:cubicBezTo>
                    <a:lnTo>
                      <a:pt x="396" y="2889"/>
                    </a:lnTo>
                    <a:cubicBezTo>
                      <a:pt x="548" y="2463"/>
                      <a:pt x="1004" y="1247"/>
                      <a:pt x="1642" y="1034"/>
                    </a:cubicBezTo>
                    <a:cubicBezTo>
                      <a:pt x="2311" y="822"/>
                      <a:pt x="6688" y="518"/>
                      <a:pt x="8299" y="426"/>
                    </a:cubicBezTo>
                    <a:lnTo>
                      <a:pt x="8269" y="1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79;p29"/>
              <p:cNvSpPr/>
              <p:nvPr/>
            </p:nvSpPr>
            <p:spPr>
              <a:xfrm>
                <a:off x="4766413" y="2192075"/>
                <a:ext cx="159600" cy="17007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6803" extrusionOk="0">
                    <a:moveTo>
                      <a:pt x="2146" y="0"/>
                    </a:moveTo>
                    <a:cubicBezTo>
                      <a:pt x="1936" y="0"/>
                      <a:pt x="1735" y="51"/>
                      <a:pt x="1551" y="165"/>
                    </a:cubicBezTo>
                    <a:cubicBezTo>
                      <a:pt x="1" y="1107"/>
                      <a:pt x="2007" y="6062"/>
                      <a:pt x="3891" y="6670"/>
                    </a:cubicBezTo>
                    <a:cubicBezTo>
                      <a:pt x="4121" y="6760"/>
                      <a:pt x="4357" y="6803"/>
                      <a:pt x="4588" y="6803"/>
                    </a:cubicBezTo>
                    <a:cubicBezTo>
                      <a:pt x="5369" y="6803"/>
                      <a:pt x="6102" y="6319"/>
                      <a:pt x="6384" y="5545"/>
                    </a:cubicBezTo>
                    <a:lnTo>
                      <a:pt x="5654" y="2627"/>
                    </a:lnTo>
                    <a:cubicBezTo>
                      <a:pt x="5654" y="2627"/>
                      <a:pt x="3660" y="0"/>
                      <a:pt x="2146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80;p29"/>
              <p:cNvSpPr/>
              <p:nvPr/>
            </p:nvSpPr>
            <p:spPr>
              <a:xfrm>
                <a:off x="4819613" y="2231150"/>
                <a:ext cx="81800" cy="104975"/>
              </a:xfrm>
              <a:custGeom>
                <a:avLst/>
                <a:gdLst/>
                <a:ahLst/>
                <a:cxnLst/>
                <a:rect l="l" t="t" r="r" b="b"/>
                <a:pathLst>
                  <a:path w="3272" h="4199" extrusionOk="0">
                    <a:moveTo>
                      <a:pt x="31" y="0"/>
                    </a:moveTo>
                    <a:cubicBezTo>
                      <a:pt x="0" y="0"/>
                      <a:pt x="0" y="61"/>
                      <a:pt x="31" y="61"/>
                    </a:cubicBezTo>
                    <a:cubicBezTo>
                      <a:pt x="1338" y="548"/>
                      <a:pt x="2067" y="1703"/>
                      <a:pt x="2614" y="2949"/>
                    </a:cubicBezTo>
                    <a:cubicBezTo>
                      <a:pt x="2351" y="2648"/>
                      <a:pt x="2053" y="2441"/>
                      <a:pt x="1714" y="2441"/>
                    </a:cubicBezTo>
                    <a:cubicBezTo>
                      <a:pt x="1504" y="2441"/>
                      <a:pt x="1277" y="2520"/>
                      <a:pt x="1034" y="2706"/>
                    </a:cubicBezTo>
                    <a:cubicBezTo>
                      <a:pt x="1003" y="2736"/>
                      <a:pt x="1034" y="2797"/>
                      <a:pt x="1064" y="2797"/>
                    </a:cubicBezTo>
                    <a:cubicBezTo>
                      <a:pt x="1204" y="2744"/>
                      <a:pt x="1346" y="2720"/>
                      <a:pt x="1486" y="2720"/>
                    </a:cubicBezTo>
                    <a:cubicBezTo>
                      <a:pt x="1830" y="2720"/>
                      <a:pt x="2155" y="2871"/>
                      <a:pt x="2371" y="3131"/>
                    </a:cubicBezTo>
                    <a:cubicBezTo>
                      <a:pt x="2614" y="3435"/>
                      <a:pt x="2827" y="3800"/>
                      <a:pt x="3009" y="4134"/>
                    </a:cubicBezTo>
                    <a:cubicBezTo>
                      <a:pt x="3043" y="4179"/>
                      <a:pt x="3089" y="4199"/>
                      <a:pt x="3132" y="4199"/>
                    </a:cubicBezTo>
                    <a:cubicBezTo>
                      <a:pt x="3206" y="4199"/>
                      <a:pt x="3272" y="4139"/>
                      <a:pt x="3253" y="4043"/>
                    </a:cubicBezTo>
                    <a:cubicBezTo>
                      <a:pt x="3192" y="2371"/>
                      <a:pt x="1824" y="92"/>
                      <a:pt x="3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81;p29"/>
              <p:cNvSpPr/>
              <p:nvPr/>
            </p:nvSpPr>
            <p:spPr>
              <a:xfrm>
                <a:off x="4797563" y="2558650"/>
                <a:ext cx="345775" cy="3614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14459" extrusionOk="0">
                    <a:moveTo>
                      <a:pt x="2189" y="1"/>
                    </a:moveTo>
                    <a:lnTo>
                      <a:pt x="1" y="2524"/>
                    </a:lnTo>
                    <a:cubicBezTo>
                      <a:pt x="1" y="2524"/>
                      <a:pt x="7202" y="14458"/>
                      <a:pt x="7556" y="14458"/>
                    </a:cubicBezTo>
                    <a:cubicBezTo>
                      <a:pt x="7564" y="14458"/>
                      <a:pt x="7569" y="14452"/>
                      <a:pt x="7569" y="14439"/>
                    </a:cubicBezTo>
                    <a:lnTo>
                      <a:pt x="10153" y="9120"/>
                    </a:lnTo>
                    <a:lnTo>
                      <a:pt x="13831" y="12828"/>
                    </a:lnTo>
                    <a:lnTo>
                      <a:pt x="13831" y="12828"/>
                    </a:lnTo>
                    <a:lnTo>
                      <a:pt x="13557" y="3496"/>
                    </a:lnTo>
                    <a:lnTo>
                      <a:pt x="12433" y="1642"/>
                    </a:lnTo>
                    <a:lnTo>
                      <a:pt x="9879" y="7873"/>
                    </a:lnTo>
                    <a:lnTo>
                      <a:pt x="2189" y="1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82;p29"/>
              <p:cNvSpPr/>
              <p:nvPr/>
            </p:nvSpPr>
            <p:spPr>
              <a:xfrm>
                <a:off x="4805363" y="2637400"/>
                <a:ext cx="344825" cy="295900"/>
              </a:xfrm>
              <a:custGeom>
                <a:avLst/>
                <a:gdLst/>
                <a:ahLst/>
                <a:cxnLst/>
                <a:rect l="l" t="t" r="r" b="b"/>
                <a:pathLst>
                  <a:path w="13793" h="11836" extrusionOk="0">
                    <a:moveTo>
                      <a:pt x="80" y="0"/>
                    </a:moveTo>
                    <a:cubicBezTo>
                      <a:pt x="44" y="0"/>
                      <a:pt x="1" y="28"/>
                      <a:pt x="23" y="73"/>
                    </a:cubicBezTo>
                    <a:cubicBezTo>
                      <a:pt x="1085" y="2167"/>
                      <a:pt x="7086" y="11836"/>
                      <a:pt x="7196" y="11836"/>
                    </a:cubicBezTo>
                    <a:cubicBezTo>
                      <a:pt x="7196" y="11836"/>
                      <a:pt x="7196" y="11836"/>
                      <a:pt x="7196" y="11836"/>
                    </a:cubicBezTo>
                    <a:cubicBezTo>
                      <a:pt x="8200" y="10012"/>
                      <a:pt x="9081" y="8128"/>
                      <a:pt x="9871" y="6213"/>
                    </a:cubicBezTo>
                    <a:cubicBezTo>
                      <a:pt x="10432" y="6862"/>
                      <a:pt x="13541" y="10173"/>
                      <a:pt x="13723" y="10173"/>
                    </a:cubicBezTo>
                    <a:cubicBezTo>
                      <a:pt x="13729" y="10173"/>
                      <a:pt x="13732" y="10170"/>
                      <a:pt x="13732" y="10164"/>
                    </a:cubicBezTo>
                    <a:cubicBezTo>
                      <a:pt x="13792" y="8462"/>
                      <a:pt x="13762" y="6760"/>
                      <a:pt x="13640" y="5088"/>
                    </a:cubicBezTo>
                    <a:cubicBezTo>
                      <a:pt x="13549" y="3538"/>
                      <a:pt x="13488" y="1988"/>
                      <a:pt x="13306" y="438"/>
                    </a:cubicBezTo>
                    <a:cubicBezTo>
                      <a:pt x="13306" y="407"/>
                      <a:pt x="13283" y="392"/>
                      <a:pt x="13260" y="392"/>
                    </a:cubicBezTo>
                    <a:cubicBezTo>
                      <a:pt x="13238" y="392"/>
                      <a:pt x="13215" y="407"/>
                      <a:pt x="13215" y="438"/>
                    </a:cubicBezTo>
                    <a:cubicBezTo>
                      <a:pt x="12880" y="1927"/>
                      <a:pt x="13306" y="7824"/>
                      <a:pt x="13276" y="9222"/>
                    </a:cubicBezTo>
                    <a:cubicBezTo>
                      <a:pt x="13125" y="9071"/>
                      <a:pt x="9934" y="5999"/>
                      <a:pt x="9843" y="5999"/>
                    </a:cubicBezTo>
                    <a:cubicBezTo>
                      <a:pt x="9842" y="5999"/>
                      <a:pt x="9841" y="5999"/>
                      <a:pt x="9841" y="6000"/>
                    </a:cubicBezTo>
                    <a:cubicBezTo>
                      <a:pt x="9294" y="6851"/>
                      <a:pt x="7409" y="10742"/>
                      <a:pt x="7288" y="11076"/>
                    </a:cubicBezTo>
                    <a:cubicBezTo>
                      <a:pt x="6072" y="9100"/>
                      <a:pt x="1543" y="1897"/>
                      <a:pt x="114" y="12"/>
                    </a:cubicBezTo>
                    <a:cubicBezTo>
                      <a:pt x="106" y="4"/>
                      <a:pt x="94" y="0"/>
                      <a:pt x="8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83;p29"/>
              <p:cNvSpPr/>
              <p:nvPr/>
            </p:nvSpPr>
            <p:spPr>
              <a:xfrm>
                <a:off x="4554413" y="3488000"/>
                <a:ext cx="952150" cy="829825"/>
              </a:xfrm>
              <a:custGeom>
                <a:avLst/>
                <a:gdLst/>
                <a:ahLst/>
                <a:cxnLst/>
                <a:rect l="l" t="t" r="r" b="b"/>
                <a:pathLst>
                  <a:path w="38086" h="33193" extrusionOk="0">
                    <a:moveTo>
                      <a:pt x="37964" y="1"/>
                    </a:moveTo>
                    <a:lnTo>
                      <a:pt x="0" y="3770"/>
                    </a:lnTo>
                    <a:lnTo>
                      <a:pt x="122" y="33193"/>
                    </a:lnTo>
                    <a:lnTo>
                      <a:pt x="38086" y="29424"/>
                    </a:lnTo>
                    <a:lnTo>
                      <a:pt x="37964" y="1"/>
                    </a:ln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84;p29"/>
              <p:cNvSpPr/>
              <p:nvPr/>
            </p:nvSpPr>
            <p:spPr>
              <a:xfrm>
                <a:off x="4553638" y="3469775"/>
                <a:ext cx="333625" cy="112475"/>
              </a:xfrm>
              <a:custGeom>
                <a:avLst/>
                <a:gdLst/>
                <a:ahLst/>
                <a:cxnLst/>
                <a:rect l="l" t="t" r="r" b="b"/>
                <a:pathLst>
                  <a:path w="13345" h="4499" extrusionOk="0">
                    <a:moveTo>
                      <a:pt x="12433" y="0"/>
                    </a:moveTo>
                    <a:lnTo>
                      <a:pt x="1" y="1246"/>
                    </a:lnTo>
                    <a:lnTo>
                      <a:pt x="31" y="4499"/>
                    </a:lnTo>
                    <a:lnTo>
                      <a:pt x="13344" y="3161"/>
                    </a:lnTo>
                    <a:lnTo>
                      <a:pt x="12433" y="0"/>
                    </a:ln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85;p29"/>
              <p:cNvSpPr/>
              <p:nvPr/>
            </p:nvSpPr>
            <p:spPr>
              <a:xfrm>
                <a:off x="4554413" y="3488000"/>
                <a:ext cx="952150" cy="829825"/>
              </a:xfrm>
              <a:custGeom>
                <a:avLst/>
                <a:gdLst/>
                <a:ahLst/>
                <a:cxnLst/>
                <a:rect l="l" t="t" r="r" b="b"/>
                <a:pathLst>
                  <a:path w="38086" h="33193" extrusionOk="0">
                    <a:moveTo>
                      <a:pt x="37964" y="1"/>
                    </a:moveTo>
                    <a:lnTo>
                      <a:pt x="0" y="3770"/>
                    </a:lnTo>
                    <a:lnTo>
                      <a:pt x="122" y="33193"/>
                    </a:lnTo>
                    <a:lnTo>
                      <a:pt x="38086" y="29424"/>
                    </a:lnTo>
                    <a:lnTo>
                      <a:pt x="3796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86;p29"/>
              <p:cNvSpPr/>
              <p:nvPr/>
            </p:nvSpPr>
            <p:spPr>
              <a:xfrm>
                <a:off x="4553638" y="3469775"/>
                <a:ext cx="333625" cy="112475"/>
              </a:xfrm>
              <a:custGeom>
                <a:avLst/>
                <a:gdLst/>
                <a:ahLst/>
                <a:cxnLst/>
                <a:rect l="l" t="t" r="r" b="b"/>
                <a:pathLst>
                  <a:path w="13345" h="4499" extrusionOk="0">
                    <a:moveTo>
                      <a:pt x="12433" y="0"/>
                    </a:moveTo>
                    <a:lnTo>
                      <a:pt x="1" y="1246"/>
                    </a:lnTo>
                    <a:lnTo>
                      <a:pt x="31" y="4499"/>
                    </a:lnTo>
                    <a:lnTo>
                      <a:pt x="13344" y="3161"/>
                    </a:lnTo>
                    <a:lnTo>
                      <a:pt x="12433" y="0"/>
                    </a:lnTo>
                    <a:close/>
                  </a:path>
                </a:pathLst>
              </a:custGeom>
              <a:solidFill>
                <a:srgbClr val="263238">
                  <a:alpha val="14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87;p29"/>
              <p:cNvSpPr/>
              <p:nvPr/>
            </p:nvSpPr>
            <p:spPr>
              <a:xfrm>
                <a:off x="4460188" y="3494850"/>
                <a:ext cx="1045625" cy="819950"/>
              </a:xfrm>
              <a:custGeom>
                <a:avLst/>
                <a:gdLst/>
                <a:ahLst/>
                <a:cxnLst/>
                <a:rect l="l" t="t" r="r" b="b"/>
                <a:pathLst>
                  <a:path w="41825" h="32798" extrusionOk="0">
                    <a:moveTo>
                      <a:pt x="38998" y="0"/>
                    </a:moveTo>
                    <a:lnTo>
                      <a:pt x="0" y="3283"/>
                    </a:lnTo>
                    <a:lnTo>
                      <a:pt x="5228" y="32797"/>
                    </a:lnTo>
                    <a:lnTo>
                      <a:pt x="41825" y="29150"/>
                    </a:lnTo>
                    <a:lnTo>
                      <a:pt x="38998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88;p29"/>
              <p:cNvSpPr/>
              <p:nvPr/>
            </p:nvSpPr>
            <p:spPr>
              <a:xfrm>
                <a:off x="4427513" y="3510050"/>
                <a:ext cx="1078300" cy="807025"/>
              </a:xfrm>
              <a:custGeom>
                <a:avLst/>
                <a:gdLst/>
                <a:ahLst/>
                <a:cxnLst/>
                <a:rect l="l" t="t" r="r" b="b"/>
                <a:pathLst>
                  <a:path w="43132" h="32281" extrusionOk="0">
                    <a:moveTo>
                      <a:pt x="39454" y="0"/>
                    </a:moveTo>
                    <a:lnTo>
                      <a:pt x="0" y="3921"/>
                    </a:lnTo>
                    <a:lnTo>
                      <a:pt x="5593" y="32280"/>
                    </a:lnTo>
                    <a:lnTo>
                      <a:pt x="43132" y="28542"/>
                    </a:lnTo>
                    <a:lnTo>
                      <a:pt x="394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89;p29"/>
              <p:cNvSpPr/>
              <p:nvPr/>
            </p:nvSpPr>
            <p:spPr>
              <a:xfrm>
                <a:off x="4414588" y="3530550"/>
                <a:ext cx="1089700" cy="788050"/>
              </a:xfrm>
              <a:custGeom>
                <a:avLst/>
                <a:gdLst/>
                <a:ahLst/>
                <a:cxnLst/>
                <a:rect l="l" t="t" r="r" b="b"/>
                <a:pathLst>
                  <a:path w="43588" h="31522" extrusionOk="0">
                    <a:moveTo>
                      <a:pt x="38025" y="1"/>
                    </a:moveTo>
                    <a:lnTo>
                      <a:pt x="0" y="3770"/>
                    </a:lnTo>
                    <a:lnTo>
                      <a:pt x="5563" y="31521"/>
                    </a:lnTo>
                    <a:lnTo>
                      <a:pt x="43588" y="27752"/>
                    </a:lnTo>
                    <a:lnTo>
                      <a:pt x="38025" y="1"/>
                    </a:ln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90;p29"/>
              <p:cNvSpPr/>
              <p:nvPr/>
            </p:nvSpPr>
            <p:spPr>
              <a:xfrm>
                <a:off x="4134938" y="2665200"/>
                <a:ext cx="817200" cy="1572175"/>
              </a:xfrm>
              <a:custGeom>
                <a:avLst/>
                <a:gdLst/>
                <a:ahLst/>
                <a:cxnLst/>
                <a:rect l="l" t="t" r="r" b="b"/>
                <a:pathLst>
                  <a:path w="32688" h="62887" extrusionOk="0">
                    <a:moveTo>
                      <a:pt x="26095" y="1"/>
                    </a:moveTo>
                    <a:cubicBezTo>
                      <a:pt x="25207" y="1"/>
                      <a:pt x="23955" y="714"/>
                      <a:pt x="22342" y="2183"/>
                    </a:cubicBezTo>
                    <a:cubicBezTo>
                      <a:pt x="9363" y="13946"/>
                      <a:pt x="1" y="34250"/>
                      <a:pt x="305" y="39721"/>
                    </a:cubicBezTo>
                    <a:cubicBezTo>
                      <a:pt x="669" y="46925"/>
                      <a:pt x="13770" y="59296"/>
                      <a:pt x="22281" y="62852"/>
                    </a:cubicBezTo>
                    <a:cubicBezTo>
                      <a:pt x="22335" y="62875"/>
                      <a:pt x="22393" y="62887"/>
                      <a:pt x="22455" y="62887"/>
                    </a:cubicBezTo>
                    <a:cubicBezTo>
                      <a:pt x="24851" y="62887"/>
                      <a:pt x="32688" y="46111"/>
                      <a:pt x="29606" y="45192"/>
                    </a:cubicBezTo>
                    <a:cubicBezTo>
                      <a:pt x="26293" y="44220"/>
                      <a:pt x="18603" y="37259"/>
                      <a:pt x="18208" y="36925"/>
                    </a:cubicBezTo>
                    <a:cubicBezTo>
                      <a:pt x="17417" y="36256"/>
                      <a:pt x="23618" y="20815"/>
                      <a:pt x="26202" y="11453"/>
                    </a:cubicBezTo>
                    <a:cubicBezTo>
                      <a:pt x="28254" y="4012"/>
                      <a:pt x="28201" y="1"/>
                      <a:pt x="26095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91;p29"/>
              <p:cNvSpPr/>
              <p:nvPr/>
            </p:nvSpPr>
            <p:spPr>
              <a:xfrm>
                <a:off x="4571113" y="3779050"/>
                <a:ext cx="829075" cy="567300"/>
              </a:xfrm>
              <a:custGeom>
                <a:avLst/>
                <a:gdLst/>
                <a:ahLst/>
                <a:cxnLst/>
                <a:rect l="l" t="t" r="r" b="b"/>
                <a:pathLst>
                  <a:path w="33163" h="22692" extrusionOk="0">
                    <a:moveTo>
                      <a:pt x="10670" y="0"/>
                    </a:moveTo>
                    <a:lnTo>
                      <a:pt x="1" y="15624"/>
                    </a:lnTo>
                    <a:cubicBezTo>
                      <a:pt x="7783" y="21231"/>
                      <a:pt x="18178" y="22692"/>
                      <a:pt x="20969" y="22692"/>
                    </a:cubicBezTo>
                    <a:cubicBezTo>
                      <a:pt x="21143" y="22692"/>
                      <a:pt x="21287" y="22686"/>
                      <a:pt x="21399" y="22675"/>
                    </a:cubicBezTo>
                    <a:cubicBezTo>
                      <a:pt x="23071" y="22493"/>
                      <a:pt x="23892" y="22402"/>
                      <a:pt x="23892" y="22402"/>
                    </a:cubicBezTo>
                    <a:cubicBezTo>
                      <a:pt x="26871" y="22159"/>
                      <a:pt x="27934" y="20760"/>
                      <a:pt x="27934" y="20760"/>
                    </a:cubicBezTo>
                    <a:cubicBezTo>
                      <a:pt x="27934" y="20760"/>
                      <a:pt x="28549" y="20887"/>
                      <a:pt x="29322" y="20887"/>
                    </a:cubicBezTo>
                    <a:cubicBezTo>
                      <a:pt x="30401" y="20887"/>
                      <a:pt x="31790" y="20640"/>
                      <a:pt x="32251" y="19453"/>
                    </a:cubicBezTo>
                    <a:cubicBezTo>
                      <a:pt x="33163" y="17174"/>
                      <a:pt x="28056" y="16566"/>
                      <a:pt x="25442" y="14529"/>
                    </a:cubicBezTo>
                    <a:cubicBezTo>
                      <a:pt x="19454" y="9848"/>
                      <a:pt x="12281" y="1520"/>
                      <a:pt x="10670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92;p29"/>
              <p:cNvSpPr/>
              <p:nvPr/>
            </p:nvSpPr>
            <p:spPr>
              <a:xfrm>
                <a:off x="4959713" y="4129475"/>
                <a:ext cx="310525" cy="169350"/>
              </a:xfrm>
              <a:custGeom>
                <a:avLst/>
                <a:gdLst/>
                <a:ahLst/>
                <a:cxnLst/>
                <a:rect l="l" t="t" r="r" b="b"/>
                <a:pathLst>
                  <a:path w="12421" h="6774" extrusionOk="0">
                    <a:moveTo>
                      <a:pt x="119" y="1"/>
                    </a:moveTo>
                    <a:cubicBezTo>
                      <a:pt x="51" y="1"/>
                      <a:pt x="1" y="129"/>
                      <a:pt x="50" y="178"/>
                    </a:cubicBezTo>
                    <a:cubicBezTo>
                      <a:pt x="3454" y="3461"/>
                      <a:pt x="7710" y="5740"/>
                      <a:pt x="12330" y="6774"/>
                    </a:cubicBezTo>
                    <a:cubicBezTo>
                      <a:pt x="12390" y="6774"/>
                      <a:pt x="12421" y="6713"/>
                      <a:pt x="12360" y="6683"/>
                    </a:cubicBezTo>
                    <a:cubicBezTo>
                      <a:pt x="10080" y="5801"/>
                      <a:pt x="7801" y="5011"/>
                      <a:pt x="5643" y="3825"/>
                    </a:cubicBezTo>
                    <a:cubicBezTo>
                      <a:pt x="3697" y="2731"/>
                      <a:pt x="1965" y="1363"/>
                      <a:pt x="171" y="26"/>
                    </a:cubicBezTo>
                    <a:cubicBezTo>
                      <a:pt x="154" y="8"/>
                      <a:pt x="136" y="1"/>
                      <a:pt x="1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93;p29"/>
              <p:cNvSpPr/>
              <p:nvPr/>
            </p:nvSpPr>
            <p:spPr>
              <a:xfrm>
                <a:off x="4875563" y="4209550"/>
                <a:ext cx="294375" cy="128800"/>
              </a:xfrm>
              <a:custGeom>
                <a:avLst/>
                <a:gdLst/>
                <a:ahLst/>
                <a:cxnLst/>
                <a:rect l="l" t="t" r="r" b="b"/>
                <a:pathLst>
                  <a:path w="11775" h="5152" extrusionOk="0">
                    <a:moveTo>
                      <a:pt x="139" y="1"/>
                    </a:moveTo>
                    <a:cubicBezTo>
                      <a:pt x="49" y="1"/>
                      <a:pt x="0" y="120"/>
                      <a:pt x="103" y="197"/>
                    </a:cubicBezTo>
                    <a:cubicBezTo>
                      <a:pt x="3446" y="2902"/>
                      <a:pt x="7489" y="4604"/>
                      <a:pt x="11744" y="5151"/>
                    </a:cubicBezTo>
                    <a:cubicBezTo>
                      <a:pt x="11775" y="5151"/>
                      <a:pt x="11775" y="5121"/>
                      <a:pt x="11744" y="5121"/>
                    </a:cubicBezTo>
                    <a:cubicBezTo>
                      <a:pt x="5209" y="3328"/>
                      <a:pt x="2018" y="1230"/>
                      <a:pt x="194" y="14"/>
                    </a:cubicBezTo>
                    <a:cubicBezTo>
                      <a:pt x="175" y="5"/>
                      <a:pt x="156" y="1"/>
                      <a:pt x="13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94;p29"/>
              <p:cNvSpPr/>
              <p:nvPr/>
            </p:nvSpPr>
            <p:spPr>
              <a:xfrm>
                <a:off x="4837838" y="3779050"/>
                <a:ext cx="508400" cy="279975"/>
              </a:xfrm>
              <a:custGeom>
                <a:avLst/>
                <a:gdLst/>
                <a:ahLst/>
                <a:cxnLst/>
                <a:rect l="l" t="t" r="r" b="b"/>
                <a:pathLst>
                  <a:path w="20336" h="1119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551" y="1520"/>
                      <a:pt x="4925" y="5471"/>
                      <a:pt x="7934" y="8450"/>
                    </a:cubicBezTo>
                    <a:cubicBezTo>
                      <a:pt x="7596" y="7868"/>
                      <a:pt x="7652" y="7541"/>
                      <a:pt x="8153" y="7541"/>
                    </a:cubicBezTo>
                    <a:cubicBezTo>
                      <a:pt x="8463" y="7541"/>
                      <a:pt x="8944" y="7666"/>
                      <a:pt x="9606" y="7933"/>
                    </a:cubicBezTo>
                    <a:cubicBezTo>
                      <a:pt x="10991" y="8459"/>
                      <a:pt x="15228" y="11198"/>
                      <a:pt x="17600" y="11198"/>
                    </a:cubicBezTo>
                    <a:cubicBezTo>
                      <a:pt x="18247" y="11198"/>
                      <a:pt x="18755" y="10995"/>
                      <a:pt x="19028" y="10487"/>
                    </a:cubicBezTo>
                    <a:cubicBezTo>
                      <a:pt x="20335" y="8146"/>
                      <a:pt x="11278" y="2310"/>
                      <a:pt x="8238" y="1398"/>
                    </a:cubicBezTo>
                    <a:cubicBezTo>
                      <a:pt x="5198" y="456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95;p29"/>
              <p:cNvSpPr/>
              <p:nvPr/>
            </p:nvSpPr>
            <p:spPr>
              <a:xfrm>
                <a:off x="4098463" y="2636475"/>
                <a:ext cx="751425" cy="1565850"/>
              </a:xfrm>
              <a:custGeom>
                <a:avLst/>
                <a:gdLst/>
                <a:ahLst/>
                <a:cxnLst/>
                <a:rect l="l" t="t" r="r" b="b"/>
                <a:pathLst>
                  <a:path w="30057" h="62634" extrusionOk="0">
                    <a:moveTo>
                      <a:pt x="28055" y="1"/>
                    </a:moveTo>
                    <a:cubicBezTo>
                      <a:pt x="26692" y="1"/>
                      <a:pt x="24339" y="1753"/>
                      <a:pt x="20670" y="5915"/>
                    </a:cubicBezTo>
                    <a:cubicBezTo>
                      <a:pt x="11612" y="16159"/>
                      <a:pt x="1" y="33423"/>
                      <a:pt x="609" y="40840"/>
                    </a:cubicBezTo>
                    <a:cubicBezTo>
                      <a:pt x="1217" y="48226"/>
                      <a:pt x="19211" y="62634"/>
                      <a:pt x="19211" y="62634"/>
                    </a:cubicBezTo>
                    <a:lnTo>
                      <a:pt x="29545" y="45278"/>
                    </a:lnTo>
                    <a:cubicBezTo>
                      <a:pt x="29545" y="45278"/>
                      <a:pt x="19879" y="38499"/>
                      <a:pt x="19819" y="37831"/>
                    </a:cubicBezTo>
                    <a:cubicBezTo>
                      <a:pt x="19788" y="37162"/>
                      <a:pt x="26627" y="18438"/>
                      <a:pt x="28694" y="9259"/>
                    </a:cubicBezTo>
                    <a:cubicBezTo>
                      <a:pt x="29924" y="3780"/>
                      <a:pt x="30056" y="1"/>
                      <a:pt x="28055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96;p29"/>
              <p:cNvSpPr/>
              <p:nvPr/>
            </p:nvSpPr>
            <p:spPr>
              <a:xfrm>
                <a:off x="4594688" y="3006175"/>
                <a:ext cx="185425" cy="571525"/>
              </a:xfrm>
              <a:custGeom>
                <a:avLst/>
                <a:gdLst/>
                <a:ahLst/>
                <a:cxnLst/>
                <a:rect l="l" t="t" r="r" b="b"/>
                <a:pathLst>
                  <a:path w="7417" h="22861" extrusionOk="0">
                    <a:moveTo>
                      <a:pt x="7376" y="0"/>
                    </a:moveTo>
                    <a:cubicBezTo>
                      <a:pt x="7365" y="0"/>
                      <a:pt x="7356" y="10"/>
                      <a:pt x="7356" y="33"/>
                    </a:cubicBezTo>
                    <a:cubicBezTo>
                      <a:pt x="6140" y="2890"/>
                      <a:pt x="5167" y="5869"/>
                      <a:pt x="4195" y="8818"/>
                    </a:cubicBezTo>
                    <a:cubicBezTo>
                      <a:pt x="3192" y="11766"/>
                      <a:pt x="2280" y="14775"/>
                      <a:pt x="1398" y="17784"/>
                    </a:cubicBezTo>
                    <a:cubicBezTo>
                      <a:pt x="882" y="19456"/>
                      <a:pt x="395" y="21128"/>
                      <a:pt x="0" y="22860"/>
                    </a:cubicBezTo>
                    <a:lnTo>
                      <a:pt x="61" y="22860"/>
                    </a:lnTo>
                    <a:cubicBezTo>
                      <a:pt x="608" y="21371"/>
                      <a:pt x="1094" y="19882"/>
                      <a:pt x="1611" y="18392"/>
                    </a:cubicBezTo>
                    <a:cubicBezTo>
                      <a:pt x="2097" y="16903"/>
                      <a:pt x="2584" y="15413"/>
                      <a:pt x="3070" y="13924"/>
                    </a:cubicBezTo>
                    <a:cubicBezTo>
                      <a:pt x="3830" y="11553"/>
                      <a:pt x="4590" y="9182"/>
                      <a:pt x="5350" y="6781"/>
                    </a:cubicBezTo>
                    <a:cubicBezTo>
                      <a:pt x="5684" y="6356"/>
                      <a:pt x="5958" y="5869"/>
                      <a:pt x="6170" y="5353"/>
                    </a:cubicBezTo>
                    <a:cubicBezTo>
                      <a:pt x="6535" y="4684"/>
                      <a:pt x="6809" y="3954"/>
                      <a:pt x="7143" y="3255"/>
                    </a:cubicBezTo>
                    <a:lnTo>
                      <a:pt x="7113" y="3255"/>
                    </a:lnTo>
                    <a:cubicBezTo>
                      <a:pt x="6748" y="3894"/>
                      <a:pt x="6353" y="4532"/>
                      <a:pt x="5988" y="5231"/>
                    </a:cubicBezTo>
                    <a:cubicBezTo>
                      <a:pt x="5897" y="5444"/>
                      <a:pt x="5775" y="5656"/>
                      <a:pt x="5654" y="5869"/>
                    </a:cubicBezTo>
                    <a:cubicBezTo>
                      <a:pt x="5745" y="5626"/>
                      <a:pt x="5836" y="5353"/>
                      <a:pt x="5927" y="5079"/>
                    </a:cubicBezTo>
                    <a:cubicBezTo>
                      <a:pt x="6444" y="3407"/>
                      <a:pt x="6961" y="1735"/>
                      <a:pt x="7417" y="64"/>
                    </a:cubicBezTo>
                    <a:cubicBezTo>
                      <a:pt x="7417" y="26"/>
                      <a:pt x="7393" y="0"/>
                      <a:pt x="737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97;p29"/>
              <p:cNvSpPr/>
              <p:nvPr/>
            </p:nvSpPr>
            <p:spPr>
              <a:xfrm>
                <a:off x="4527463" y="4077025"/>
                <a:ext cx="57350" cy="47525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1901" extrusionOk="0">
                    <a:moveTo>
                      <a:pt x="1090" y="1"/>
                    </a:moveTo>
                    <a:cubicBezTo>
                      <a:pt x="693" y="1"/>
                      <a:pt x="341" y="257"/>
                      <a:pt x="197" y="665"/>
                    </a:cubicBezTo>
                    <a:cubicBezTo>
                      <a:pt x="0" y="1302"/>
                      <a:pt x="497" y="1900"/>
                      <a:pt x="1095" y="1900"/>
                    </a:cubicBezTo>
                    <a:cubicBezTo>
                      <a:pt x="1238" y="1900"/>
                      <a:pt x="1387" y="1866"/>
                      <a:pt x="1534" y="1790"/>
                    </a:cubicBezTo>
                    <a:cubicBezTo>
                      <a:pt x="2294" y="1425"/>
                      <a:pt x="2203" y="300"/>
                      <a:pt x="1412" y="57"/>
                    </a:cubicBezTo>
                    <a:cubicBezTo>
                      <a:pt x="1304" y="19"/>
                      <a:pt x="1195" y="1"/>
                      <a:pt x="109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98;p29"/>
              <p:cNvSpPr/>
              <p:nvPr/>
            </p:nvSpPr>
            <p:spPr>
              <a:xfrm>
                <a:off x="4437038" y="3993425"/>
                <a:ext cx="57350" cy="47525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1901" extrusionOk="0">
                    <a:moveTo>
                      <a:pt x="1089" y="1"/>
                    </a:moveTo>
                    <a:cubicBezTo>
                      <a:pt x="693" y="1"/>
                      <a:pt x="341" y="257"/>
                      <a:pt x="197" y="665"/>
                    </a:cubicBezTo>
                    <a:cubicBezTo>
                      <a:pt x="0" y="1303"/>
                      <a:pt x="516" y="1901"/>
                      <a:pt x="1106" y="1901"/>
                    </a:cubicBezTo>
                    <a:cubicBezTo>
                      <a:pt x="1247" y="1901"/>
                      <a:pt x="1393" y="1866"/>
                      <a:pt x="1534" y="1790"/>
                    </a:cubicBezTo>
                    <a:cubicBezTo>
                      <a:pt x="2294" y="1425"/>
                      <a:pt x="2203" y="301"/>
                      <a:pt x="1412" y="58"/>
                    </a:cubicBezTo>
                    <a:cubicBezTo>
                      <a:pt x="1304" y="19"/>
                      <a:pt x="1195" y="1"/>
                      <a:pt x="108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99;p29"/>
              <p:cNvSpPr/>
              <p:nvPr/>
            </p:nvSpPr>
            <p:spPr>
              <a:xfrm>
                <a:off x="4280088" y="3924175"/>
                <a:ext cx="167200" cy="164925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597" extrusionOk="0">
                    <a:moveTo>
                      <a:pt x="0" y="1"/>
                    </a:moveTo>
                    <a:cubicBezTo>
                      <a:pt x="973" y="1217"/>
                      <a:pt x="2037" y="2402"/>
                      <a:pt x="3192" y="3496"/>
                    </a:cubicBezTo>
                    <a:cubicBezTo>
                      <a:pt x="4256" y="4621"/>
                      <a:pt x="5441" y="5654"/>
                      <a:pt x="6687" y="6597"/>
                    </a:cubicBezTo>
                    <a:cubicBezTo>
                      <a:pt x="6140" y="6019"/>
                      <a:pt x="5593" y="5442"/>
                      <a:pt x="5046" y="4894"/>
                    </a:cubicBezTo>
                    <a:cubicBezTo>
                      <a:pt x="4529" y="4347"/>
                      <a:pt x="3952" y="3770"/>
                      <a:pt x="3405" y="3223"/>
                    </a:cubicBezTo>
                    <a:cubicBezTo>
                      <a:pt x="2310" y="2128"/>
                      <a:pt x="1186" y="1034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200;p29"/>
              <p:cNvSpPr/>
              <p:nvPr/>
            </p:nvSpPr>
            <p:spPr>
              <a:xfrm>
                <a:off x="7589413" y="1792550"/>
                <a:ext cx="707475" cy="1104625"/>
              </a:xfrm>
              <a:custGeom>
                <a:avLst/>
                <a:gdLst/>
                <a:ahLst/>
                <a:cxnLst/>
                <a:rect l="l" t="t" r="r" b="b"/>
                <a:pathLst>
                  <a:path w="28299" h="44185" extrusionOk="0">
                    <a:moveTo>
                      <a:pt x="8034" y="0"/>
                    </a:moveTo>
                    <a:cubicBezTo>
                      <a:pt x="3498" y="0"/>
                      <a:pt x="692" y="4681"/>
                      <a:pt x="1" y="6967"/>
                    </a:cubicBezTo>
                    <a:lnTo>
                      <a:pt x="3374" y="8851"/>
                    </a:lnTo>
                    <a:cubicBezTo>
                      <a:pt x="3374" y="8851"/>
                      <a:pt x="4712" y="6420"/>
                      <a:pt x="6748" y="6328"/>
                    </a:cubicBezTo>
                    <a:cubicBezTo>
                      <a:pt x="6774" y="6327"/>
                      <a:pt x="6800" y="6326"/>
                      <a:pt x="6825" y="6326"/>
                    </a:cubicBezTo>
                    <a:cubicBezTo>
                      <a:pt x="8845" y="6326"/>
                      <a:pt x="11172" y="11044"/>
                      <a:pt x="10062" y="20949"/>
                    </a:cubicBezTo>
                    <a:cubicBezTo>
                      <a:pt x="8391" y="36155"/>
                      <a:pt x="13706" y="44184"/>
                      <a:pt x="20293" y="44184"/>
                    </a:cubicBezTo>
                    <a:cubicBezTo>
                      <a:pt x="20658" y="44184"/>
                      <a:pt x="21027" y="44160"/>
                      <a:pt x="21399" y="44110"/>
                    </a:cubicBezTo>
                    <a:cubicBezTo>
                      <a:pt x="27721" y="43259"/>
                      <a:pt x="28299" y="34232"/>
                      <a:pt x="21642" y="24444"/>
                    </a:cubicBezTo>
                    <a:cubicBezTo>
                      <a:pt x="17964" y="19003"/>
                      <a:pt x="18268" y="2803"/>
                      <a:pt x="10092" y="310"/>
                    </a:cubicBezTo>
                    <a:cubicBezTo>
                      <a:pt x="9371" y="97"/>
                      <a:pt x="8685" y="0"/>
                      <a:pt x="80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201;p29"/>
              <p:cNvSpPr/>
              <p:nvPr/>
            </p:nvSpPr>
            <p:spPr>
              <a:xfrm>
                <a:off x="7597763" y="1771550"/>
                <a:ext cx="455200" cy="398825"/>
              </a:xfrm>
              <a:custGeom>
                <a:avLst/>
                <a:gdLst/>
                <a:ahLst/>
                <a:cxnLst/>
                <a:rect l="l" t="t" r="r" b="b"/>
                <a:pathLst>
                  <a:path w="18208" h="15953" extrusionOk="0">
                    <a:moveTo>
                      <a:pt x="8137" y="1"/>
                    </a:moveTo>
                    <a:cubicBezTo>
                      <a:pt x="7051" y="1"/>
                      <a:pt x="5986" y="283"/>
                      <a:pt x="5016" y="816"/>
                    </a:cubicBezTo>
                    <a:cubicBezTo>
                      <a:pt x="3861" y="1454"/>
                      <a:pt x="2828" y="2366"/>
                      <a:pt x="2007" y="3430"/>
                    </a:cubicBezTo>
                    <a:cubicBezTo>
                      <a:pt x="1217" y="4463"/>
                      <a:pt x="548" y="5618"/>
                      <a:pt x="1" y="6804"/>
                    </a:cubicBezTo>
                    <a:cubicBezTo>
                      <a:pt x="335" y="6257"/>
                      <a:pt x="700" y="5709"/>
                      <a:pt x="1065" y="5162"/>
                    </a:cubicBezTo>
                    <a:cubicBezTo>
                      <a:pt x="1460" y="4615"/>
                      <a:pt x="1855" y="4129"/>
                      <a:pt x="2281" y="3643"/>
                    </a:cubicBezTo>
                    <a:cubicBezTo>
                      <a:pt x="3132" y="2670"/>
                      <a:pt x="4135" y="1880"/>
                      <a:pt x="5290" y="1302"/>
                    </a:cubicBezTo>
                    <a:cubicBezTo>
                      <a:pt x="6150" y="884"/>
                      <a:pt x="7082" y="661"/>
                      <a:pt x="8030" y="661"/>
                    </a:cubicBezTo>
                    <a:cubicBezTo>
                      <a:pt x="8321" y="661"/>
                      <a:pt x="8614" y="682"/>
                      <a:pt x="8907" y="725"/>
                    </a:cubicBezTo>
                    <a:cubicBezTo>
                      <a:pt x="10123" y="907"/>
                      <a:pt x="11308" y="1363"/>
                      <a:pt x="12342" y="2092"/>
                    </a:cubicBezTo>
                    <a:cubicBezTo>
                      <a:pt x="13375" y="2822"/>
                      <a:pt x="14226" y="3764"/>
                      <a:pt x="14834" y="4858"/>
                    </a:cubicBezTo>
                    <a:cubicBezTo>
                      <a:pt x="15503" y="5953"/>
                      <a:pt x="16019" y="7138"/>
                      <a:pt x="16445" y="8354"/>
                    </a:cubicBezTo>
                    <a:cubicBezTo>
                      <a:pt x="17205" y="10816"/>
                      <a:pt x="17813" y="13369"/>
                      <a:pt x="18208" y="15953"/>
                    </a:cubicBezTo>
                    <a:cubicBezTo>
                      <a:pt x="18086" y="13308"/>
                      <a:pt x="17691" y="10725"/>
                      <a:pt x="16992" y="8171"/>
                    </a:cubicBezTo>
                    <a:cubicBezTo>
                      <a:pt x="16627" y="6895"/>
                      <a:pt x="16080" y="5679"/>
                      <a:pt x="15442" y="4524"/>
                    </a:cubicBezTo>
                    <a:cubicBezTo>
                      <a:pt x="14773" y="3339"/>
                      <a:pt x="13861" y="2305"/>
                      <a:pt x="12767" y="1515"/>
                    </a:cubicBezTo>
                    <a:cubicBezTo>
                      <a:pt x="11642" y="725"/>
                      <a:pt x="10335" y="208"/>
                      <a:pt x="8968" y="56"/>
                    </a:cubicBezTo>
                    <a:cubicBezTo>
                      <a:pt x="8690" y="19"/>
                      <a:pt x="8413" y="1"/>
                      <a:pt x="813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202;p29"/>
              <p:cNvSpPr/>
              <p:nvPr/>
            </p:nvSpPr>
            <p:spPr>
              <a:xfrm>
                <a:off x="7797613" y="2177950"/>
                <a:ext cx="378475" cy="722500"/>
              </a:xfrm>
              <a:custGeom>
                <a:avLst/>
                <a:gdLst/>
                <a:ahLst/>
                <a:cxnLst/>
                <a:rect l="l" t="t" r="r" b="b"/>
                <a:pathLst>
                  <a:path w="15139" h="28900" extrusionOk="0">
                    <a:moveTo>
                      <a:pt x="2220" y="1"/>
                    </a:moveTo>
                    <a:lnTo>
                      <a:pt x="2220" y="1"/>
                    </a:lnTo>
                    <a:cubicBezTo>
                      <a:pt x="1977" y="1581"/>
                      <a:pt x="1642" y="3162"/>
                      <a:pt x="1338" y="4712"/>
                    </a:cubicBezTo>
                    <a:cubicBezTo>
                      <a:pt x="1065" y="6293"/>
                      <a:pt x="791" y="7873"/>
                      <a:pt x="578" y="9484"/>
                    </a:cubicBezTo>
                    <a:cubicBezTo>
                      <a:pt x="183" y="12645"/>
                      <a:pt x="1" y="15928"/>
                      <a:pt x="609" y="19120"/>
                    </a:cubicBezTo>
                    <a:cubicBezTo>
                      <a:pt x="913" y="20761"/>
                      <a:pt x="1521" y="22311"/>
                      <a:pt x="2402" y="23679"/>
                    </a:cubicBezTo>
                    <a:cubicBezTo>
                      <a:pt x="2615" y="24044"/>
                      <a:pt x="2858" y="24378"/>
                      <a:pt x="3162" y="24682"/>
                    </a:cubicBezTo>
                    <a:lnTo>
                      <a:pt x="3557" y="25138"/>
                    </a:lnTo>
                    <a:lnTo>
                      <a:pt x="3983" y="25594"/>
                    </a:lnTo>
                    <a:cubicBezTo>
                      <a:pt x="4560" y="26171"/>
                      <a:pt x="5199" y="26688"/>
                      <a:pt x="5867" y="27144"/>
                    </a:cubicBezTo>
                    <a:cubicBezTo>
                      <a:pt x="6566" y="27600"/>
                      <a:pt x="7296" y="27995"/>
                      <a:pt x="8056" y="28299"/>
                    </a:cubicBezTo>
                    <a:cubicBezTo>
                      <a:pt x="8816" y="28573"/>
                      <a:pt x="9606" y="28755"/>
                      <a:pt x="10427" y="28846"/>
                    </a:cubicBezTo>
                    <a:cubicBezTo>
                      <a:pt x="10750" y="28882"/>
                      <a:pt x="11069" y="28899"/>
                      <a:pt x="11387" y="28899"/>
                    </a:cubicBezTo>
                    <a:cubicBezTo>
                      <a:pt x="11876" y="28899"/>
                      <a:pt x="12361" y="28859"/>
                      <a:pt x="12858" y="28785"/>
                    </a:cubicBezTo>
                    <a:cubicBezTo>
                      <a:pt x="13649" y="28694"/>
                      <a:pt x="14439" y="28421"/>
                      <a:pt x="15138" y="27995"/>
                    </a:cubicBezTo>
                    <a:lnTo>
                      <a:pt x="15138" y="27995"/>
                    </a:lnTo>
                    <a:cubicBezTo>
                      <a:pt x="14773" y="28177"/>
                      <a:pt x="14378" y="28329"/>
                      <a:pt x="13983" y="28421"/>
                    </a:cubicBezTo>
                    <a:cubicBezTo>
                      <a:pt x="13618" y="28481"/>
                      <a:pt x="13223" y="28573"/>
                      <a:pt x="12828" y="28603"/>
                    </a:cubicBezTo>
                    <a:cubicBezTo>
                      <a:pt x="12565" y="28623"/>
                      <a:pt x="12301" y="28633"/>
                      <a:pt x="12038" y="28633"/>
                    </a:cubicBezTo>
                    <a:cubicBezTo>
                      <a:pt x="11511" y="28633"/>
                      <a:pt x="10984" y="28593"/>
                      <a:pt x="10457" y="28512"/>
                    </a:cubicBezTo>
                    <a:cubicBezTo>
                      <a:pt x="8907" y="28238"/>
                      <a:pt x="7448" y="27600"/>
                      <a:pt x="6202" y="26658"/>
                    </a:cubicBezTo>
                    <a:cubicBezTo>
                      <a:pt x="4925" y="25746"/>
                      <a:pt x="3861" y="24621"/>
                      <a:pt x="2980" y="23314"/>
                    </a:cubicBezTo>
                    <a:cubicBezTo>
                      <a:pt x="2159" y="21977"/>
                      <a:pt x="1612" y="20518"/>
                      <a:pt x="1338" y="18968"/>
                    </a:cubicBezTo>
                    <a:cubicBezTo>
                      <a:pt x="1065" y="17417"/>
                      <a:pt x="913" y="15837"/>
                      <a:pt x="943" y="14287"/>
                    </a:cubicBezTo>
                    <a:cubicBezTo>
                      <a:pt x="913" y="12706"/>
                      <a:pt x="1004" y="11095"/>
                      <a:pt x="1186" y="9515"/>
                    </a:cubicBezTo>
                    <a:cubicBezTo>
                      <a:pt x="1338" y="7934"/>
                      <a:pt x="1551" y="6353"/>
                      <a:pt x="1734" y="4773"/>
                    </a:cubicBezTo>
                    <a:cubicBezTo>
                      <a:pt x="1916" y="3192"/>
                      <a:pt x="2159" y="1581"/>
                      <a:pt x="222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203;p29"/>
              <p:cNvSpPr/>
              <p:nvPr/>
            </p:nvSpPr>
            <p:spPr>
              <a:xfrm>
                <a:off x="7575738" y="1920100"/>
                <a:ext cx="143650" cy="102100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4084" extrusionOk="0">
                    <a:moveTo>
                      <a:pt x="1120" y="0"/>
                    </a:moveTo>
                    <a:cubicBezTo>
                      <a:pt x="1085" y="0"/>
                      <a:pt x="1056" y="4"/>
                      <a:pt x="1034" y="11"/>
                    </a:cubicBezTo>
                    <a:cubicBezTo>
                      <a:pt x="548" y="132"/>
                      <a:pt x="0" y="1105"/>
                      <a:pt x="31" y="1865"/>
                    </a:cubicBezTo>
                    <a:lnTo>
                      <a:pt x="4134" y="4084"/>
                    </a:lnTo>
                    <a:cubicBezTo>
                      <a:pt x="4134" y="4084"/>
                      <a:pt x="5745" y="3263"/>
                      <a:pt x="5441" y="2351"/>
                    </a:cubicBezTo>
                    <a:cubicBezTo>
                      <a:pt x="5151" y="1452"/>
                      <a:pt x="1847" y="0"/>
                      <a:pt x="112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204;p29"/>
              <p:cNvSpPr/>
              <p:nvPr/>
            </p:nvSpPr>
            <p:spPr>
              <a:xfrm>
                <a:off x="6126363" y="2643875"/>
                <a:ext cx="1562100" cy="831025"/>
              </a:xfrm>
              <a:custGeom>
                <a:avLst/>
                <a:gdLst/>
                <a:ahLst/>
                <a:cxnLst/>
                <a:rect l="l" t="t" r="r" b="b"/>
                <a:pathLst>
                  <a:path w="62484" h="33241" extrusionOk="0">
                    <a:moveTo>
                      <a:pt x="60065" y="0"/>
                    </a:moveTo>
                    <a:cubicBezTo>
                      <a:pt x="59263" y="0"/>
                      <a:pt x="58204" y="364"/>
                      <a:pt x="56912" y="1151"/>
                    </a:cubicBezTo>
                    <a:cubicBezTo>
                      <a:pt x="49282" y="5863"/>
                      <a:pt x="38522" y="14890"/>
                      <a:pt x="33355" y="16045"/>
                    </a:cubicBezTo>
                    <a:cubicBezTo>
                      <a:pt x="33278" y="16061"/>
                      <a:pt x="33194" y="16069"/>
                      <a:pt x="33103" y="16069"/>
                    </a:cubicBezTo>
                    <a:cubicBezTo>
                      <a:pt x="30271" y="16069"/>
                      <a:pt x="20701" y="8466"/>
                      <a:pt x="16637" y="4373"/>
                    </a:cubicBezTo>
                    <a:cubicBezTo>
                      <a:pt x="16436" y="4174"/>
                      <a:pt x="16158" y="4082"/>
                      <a:pt x="15819" y="4082"/>
                    </a:cubicBezTo>
                    <a:cubicBezTo>
                      <a:pt x="11920" y="4082"/>
                      <a:pt x="0" y="16353"/>
                      <a:pt x="4783" y="19206"/>
                    </a:cubicBezTo>
                    <a:cubicBezTo>
                      <a:pt x="6654" y="20305"/>
                      <a:pt x="25642" y="33240"/>
                      <a:pt x="34225" y="33240"/>
                    </a:cubicBezTo>
                    <a:cubicBezTo>
                      <a:pt x="34427" y="33240"/>
                      <a:pt x="34623" y="33233"/>
                      <a:pt x="34814" y="33219"/>
                    </a:cubicBezTo>
                    <a:cubicBezTo>
                      <a:pt x="42717" y="32611"/>
                      <a:pt x="58644" y="10726"/>
                      <a:pt x="60802" y="6075"/>
                    </a:cubicBezTo>
                    <a:cubicBezTo>
                      <a:pt x="62484" y="2363"/>
                      <a:pt x="62110" y="0"/>
                      <a:pt x="60065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205;p29"/>
              <p:cNvSpPr/>
              <p:nvPr/>
            </p:nvSpPr>
            <p:spPr>
              <a:xfrm>
                <a:off x="5887263" y="2507500"/>
                <a:ext cx="662650" cy="634775"/>
              </a:xfrm>
              <a:custGeom>
                <a:avLst/>
                <a:gdLst/>
                <a:ahLst/>
                <a:cxnLst/>
                <a:rect l="l" t="t" r="r" b="b"/>
                <a:pathLst>
                  <a:path w="26506" h="25391" extrusionOk="0">
                    <a:moveTo>
                      <a:pt x="11279" y="0"/>
                    </a:moveTo>
                    <a:cubicBezTo>
                      <a:pt x="11178" y="0"/>
                      <a:pt x="11076" y="13"/>
                      <a:pt x="10973" y="41"/>
                    </a:cubicBezTo>
                    <a:cubicBezTo>
                      <a:pt x="9301" y="466"/>
                      <a:pt x="10578" y="3080"/>
                      <a:pt x="10578" y="3080"/>
                    </a:cubicBezTo>
                    <a:cubicBezTo>
                      <a:pt x="10578" y="3080"/>
                      <a:pt x="9423" y="1064"/>
                      <a:pt x="8143" y="1064"/>
                    </a:cubicBezTo>
                    <a:cubicBezTo>
                      <a:pt x="7883" y="1064"/>
                      <a:pt x="7618" y="1148"/>
                      <a:pt x="7356" y="1348"/>
                    </a:cubicBezTo>
                    <a:cubicBezTo>
                      <a:pt x="5806" y="2533"/>
                      <a:pt x="7082" y="5451"/>
                      <a:pt x="7082" y="5451"/>
                    </a:cubicBezTo>
                    <a:cubicBezTo>
                      <a:pt x="7082" y="5451"/>
                      <a:pt x="5740" y="3817"/>
                      <a:pt x="4441" y="3817"/>
                    </a:cubicBezTo>
                    <a:cubicBezTo>
                      <a:pt x="4116" y="3817"/>
                      <a:pt x="3794" y="3919"/>
                      <a:pt x="3496" y="4175"/>
                    </a:cubicBezTo>
                    <a:cubicBezTo>
                      <a:pt x="2037" y="5482"/>
                      <a:pt x="3496" y="8217"/>
                      <a:pt x="3496" y="8217"/>
                    </a:cubicBezTo>
                    <a:cubicBezTo>
                      <a:pt x="3496" y="8217"/>
                      <a:pt x="2731" y="7384"/>
                      <a:pt x="1912" y="7384"/>
                    </a:cubicBezTo>
                    <a:cubicBezTo>
                      <a:pt x="1647" y="7384"/>
                      <a:pt x="1377" y="7470"/>
                      <a:pt x="1125" y="7700"/>
                    </a:cubicBezTo>
                    <a:cubicBezTo>
                      <a:pt x="0" y="8764"/>
                      <a:pt x="3313" y="14843"/>
                      <a:pt x="4742" y="16880"/>
                    </a:cubicBezTo>
                    <a:cubicBezTo>
                      <a:pt x="7447" y="20740"/>
                      <a:pt x="14712" y="24783"/>
                      <a:pt x="15593" y="25391"/>
                    </a:cubicBezTo>
                    <a:lnTo>
                      <a:pt x="26505" y="14904"/>
                    </a:lnTo>
                    <a:cubicBezTo>
                      <a:pt x="26505" y="14904"/>
                      <a:pt x="17265" y="7001"/>
                      <a:pt x="16809" y="6545"/>
                    </a:cubicBezTo>
                    <a:cubicBezTo>
                      <a:pt x="14933" y="4698"/>
                      <a:pt x="13194" y="0"/>
                      <a:pt x="11279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206;p29"/>
              <p:cNvSpPr/>
              <p:nvPr/>
            </p:nvSpPr>
            <p:spPr>
              <a:xfrm>
                <a:off x="6149763" y="2581425"/>
                <a:ext cx="149075" cy="194250"/>
              </a:xfrm>
              <a:custGeom>
                <a:avLst/>
                <a:gdLst/>
                <a:ahLst/>
                <a:cxnLst/>
                <a:rect l="l" t="t" r="r" b="b"/>
                <a:pathLst>
                  <a:path w="5963" h="7770" extrusionOk="0">
                    <a:moveTo>
                      <a:pt x="85" y="1"/>
                    </a:moveTo>
                    <a:cubicBezTo>
                      <a:pt x="38" y="1"/>
                      <a:pt x="1" y="55"/>
                      <a:pt x="17" y="154"/>
                    </a:cubicBezTo>
                    <a:cubicBezTo>
                      <a:pt x="777" y="4166"/>
                      <a:pt x="2601" y="5686"/>
                      <a:pt x="5823" y="7753"/>
                    </a:cubicBezTo>
                    <a:cubicBezTo>
                      <a:pt x="5840" y="7765"/>
                      <a:pt x="5857" y="7769"/>
                      <a:pt x="5872" y="7769"/>
                    </a:cubicBezTo>
                    <a:cubicBezTo>
                      <a:pt x="5933" y="7769"/>
                      <a:pt x="5963" y="7686"/>
                      <a:pt x="5914" y="7661"/>
                    </a:cubicBezTo>
                    <a:cubicBezTo>
                      <a:pt x="2783" y="5260"/>
                      <a:pt x="1567" y="3862"/>
                      <a:pt x="199" y="123"/>
                    </a:cubicBezTo>
                    <a:cubicBezTo>
                      <a:pt x="172" y="40"/>
                      <a:pt x="125" y="1"/>
                      <a:pt x="8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207;p29"/>
              <p:cNvSpPr/>
              <p:nvPr/>
            </p:nvSpPr>
            <p:spPr>
              <a:xfrm>
                <a:off x="6061788" y="2640750"/>
                <a:ext cx="159475" cy="205675"/>
              </a:xfrm>
              <a:custGeom>
                <a:avLst/>
                <a:gdLst/>
                <a:ahLst/>
                <a:cxnLst/>
                <a:rect l="l" t="t" r="r" b="b"/>
                <a:pathLst>
                  <a:path w="6379" h="8227" extrusionOk="0">
                    <a:moveTo>
                      <a:pt x="109" y="1"/>
                    </a:moveTo>
                    <a:cubicBezTo>
                      <a:pt x="52" y="1"/>
                      <a:pt x="1" y="94"/>
                      <a:pt x="41" y="212"/>
                    </a:cubicBezTo>
                    <a:cubicBezTo>
                      <a:pt x="1287" y="4194"/>
                      <a:pt x="3050" y="5775"/>
                      <a:pt x="6272" y="8206"/>
                    </a:cubicBezTo>
                    <a:cubicBezTo>
                      <a:pt x="6286" y="8221"/>
                      <a:pt x="6301" y="8227"/>
                      <a:pt x="6314" y="8227"/>
                    </a:cubicBezTo>
                    <a:cubicBezTo>
                      <a:pt x="6355" y="8227"/>
                      <a:pt x="6379" y="8169"/>
                      <a:pt x="6332" y="8146"/>
                    </a:cubicBezTo>
                    <a:cubicBezTo>
                      <a:pt x="3293" y="5380"/>
                      <a:pt x="1956" y="3860"/>
                      <a:pt x="193" y="91"/>
                    </a:cubicBezTo>
                    <a:cubicBezTo>
                      <a:pt x="171" y="27"/>
                      <a:pt x="139" y="1"/>
                      <a:pt x="1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208;p29"/>
              <p:cNvSpPr/>
              <p:nvPr/>
            </p:nvSpPr>
            <p:spPr>
              <a:xfrm>
                <a:off x="5974063" y="2712700"/>
                <a:ext cx="172100" cy="195650"/>
              </a:xfrm>
              <a:custGeom>
                <a:avLst/>
                <a:gdLst/>
                <a:ahLst/>
                <a:cxnLst/>
                <a:rect l="l" t="t" r="r" b="b"/>
                <a:pathLst>
                  <a:path w="6884" h="7826" extrusionOk="0">
                    <a:moveTo>
                      <a:pt x="50" y="1"/>
                    </a:moveTo>
                    <a:cubicBezTo>
                      <a:pt x="10" y="1"/>
                      <a:pt x="1" y="80"/>
                      <a:pt x="54" y="222"/>
                    </a:cubicBezTo>
                    <a:cubicBezTo>
                      <a:pt x="1391" y="3626"/>
                      <a:pt x="3124" y="5784"/>
                      <a:pt x="6741" y="7821"/>
                    </a:cubicBezTo>
                    <a:cubicBezTo>
                      <a:pt x="6751" y="7824"/>
                      <a:pt x="6760" y="7826"/>
                      <a:pt x="6769" y="7826"/>
                    </a:cubicBezTo>
                    <a:cubicBezTo>
                      <a:pt x="6844" y="7826"/>
                      <a:pt x="6883" y="7723"/>
                      <a:pt x="6802" y="7669"/>
                    </a:cubicBezTo>
                    <a:cubicBezTo>
                      <a:pt x="3519" y="5389"/>
                      <a:pt x="2121" y="3657"/>
                      <a:pt x="176" y="131"/>
                    </a:cubicBezTo>
                    <a:cubicBezTo>
                      <a:pt x="125" y="42"/>
                      <a:pt x="79" y="1"/>
                      <a:pt x="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209;p29"/>
              <p:cNvSpPr/>
              <p:nvPr/>
            </p:nvSpPr>
            <p:spPr>
              <a:xfrm>
                <a:off x="6258088" y="2557975"/>
                <a:ext cx="370075" cy="405275"/>
              </a:xfrm>
              <a:custGeom>
                <a:avLst/>
                <a:gdLst/>
                <a:ahLst/>
                <a:cxnLst/>
                <a:rect l="l" t="t" r="r" b="b"/>
                <a:pathLst>
                  <a:path w="14803" h="16211" extrusionOk="0">
                    <a:moveTo>
                      <a:pt x="2234" y="1"/>
                    </a:moveTo>
                    <a:cubicBezTo>
                      <a:pt x="1882" y="1"/>
                      <a:pt x="1614" y="93"/>
                      <a:pt x="1459" y="301"/>
                    </a:cubicBezTo>
                    <a:cubicBezTo>
                      <a:pt x="0" y="2308"/>
                      <a:pt x="3739" y="5955"/>
                      <a:pt x="5836" y="7505"/>
                    </a:cubicBezTo>
                    <a:cubicBezTo>
                      <a:pt x="5836" y="7505"/>
                      <a:pt x="2402" y="12156"/>
                      <a:pt x="4560" y="15347"/>
                    </a:cubicBezTo>
                    <a:cubicBezTo>
                      <a:pt x="4965" y="15962"/>
                      <a:pt x="5589" y="16210"/>
                      <a:pt x="6332" y="16210"/>
                    </a:cubicBezTo>
                    <a:cubicBezTo>
                      <a:pt x="9487" y="16210"/>
                      <a:pt x="14803" y="11730"/>
                      <a:pt x="14803" y="11730"/>
                    </a:cubicBezTo>
                    <a:cubicBezTo>
                      <a:pt x="14803" y="11730"/>
                      <a:pt x="12766" y="7201"/>
                      <a:pt x="11429" y="5408"/>
                    </a:cubicBezTo>
                    <a:cubicBezTo>
                      <a:pt x="10245" y="3855"/>
                      <a:pt x="4503" y="1"/>
                      <a:pt x="2234" y="1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210;p29"/>
              <p:cNvSpPr/>
              <p:nvPr/>
            </p:nvSpPr>
            <p:spPr>
              <a:xfrm>
                <a:off x="6274788" y="2582400"/>
                <a:ext cx="136050" cy="360650"/>
              </a:xfrm>
              <a:custGeom>
                <a:avLst/>
                <a:gdLst/>
                <a:ahLst/>
                <a:cxnLst/>
                <a:rect l="l" t="t" r="r" b="b"/>
                <a:pathLst>
                  <a:path w="5442" h="14426" extrusionOk="0">
                    <a:moveTo>
                      <a:pt x="567" y="1"/>
                    </a:moveTo>
                    <a:cubicBezTo>
                      <a:pt x="563" y="1"/>
                      <a:pt x="563" y="8"/>
                      <a:pt x="578" y="24"/>
                    </a:cubicBezTo>
                    <a:cubicBezTo>
                      <a:pt x="578" y="8"/>
                      <a:pt x="571" y="1"/>
                      <a:pt x="567" y="1"/>
                    </a:cubicBezTo>
                    <a:close/>
                    <a:moveTo>
                      <a:pt x="578" y="24"/>
                    </a:moveTo>
                    <a:lnTo>
                      <a:pt x="578" y="24"/>
                    </a:lnTo>
                    <a:cubicBezTo>
                      <a:pt x="1" y="2942"/>
                      <a:pt x="2797" y="4917"/>
                      <a:pt x="4773" y="6589"/>
                    </a:cubicBezTo>
                    <a:cubicBezTo>
                      <a:pt x="3193" y="8717"/>
                      <a:pt x="2220" y="12030"/>
                      <a:pt x="3618" y="14401"/>
                    </a:cubicBezTo>
                    <a:cubicBezTo>
                      <a:pt x="3627" y="14418"/>
                      <a:pt x="3644" y="14426"/>
                      <a:pt x="3662" y="14426"/>
                    </a:cubicBezTo>
                    <a:cubicBezTo>
                      <a:pt x="3707" y="14426"/>
                      <a:pt x="3761" y="14383"/>
                      <a:pt x="3740" y="14340"/>
                    </a:cubicBezTo>
                    <a:cubicBezTo>
                      <a:pt x="2737" y="11999"/>
                      <a:pt x="3983" y="8747"/>
                      <a:pt x="5290" y="6711"/>
                    </a:cubicBezTo>
                    <a:cubicBezTo>
                      <a:pt x="5411" y="6619"/>
                      <a:pt x="5442" y="6407"/>
                      <a:pt x="5320" y="6315"/>
                    </a:cubicBezTo>
                    <a:cubicBezTo>
                      <a:pt x="3405" y="4674"/>
                      <a:pt x="548" y="2820"/>
                      <a:pt x="578" y="2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211;p29"/>
              <p:cNvSpPr/>
              <p:nvPr/>
            </p:nvSpPr>
            <p:spPr>
              <a:xfrm>
                <a:off x="6417663" y="2635425"/>
                <a:ext cx="1292250" cy="852900"/>
              </a:xfrm>
              <a:custGeom>
                <a:avLst/>
                <a:gdLst/>
                <a:ahLst/>
                <a:cxnLst/>
                <a:rect l="l" t="t" r="r" b="b"/>
                <a:pathLst>
                  <a:path w="51690" h="34116" extrusionOk="0">
                    <a:moveTo>
                      <a:pt x="48450" y="0"/>
                    </a:moveTo>
                    <a:cubicBezTo>
                      <a:pt x="47438" y="0"/>
                      <a:pt x="46174" y="450"/>
                      <a:pt x="44895" y="1246"/>
                    </a:cubicBezTo>
                    <a:cubicBezTo>
                      <a:pt x="40797" y="3796"/>
                      <a:pt x="23178" y="15410"/>
                      <a:pt x="21830" y="15410"/>
                    </a:cubicBezTo>
                    <a:cubicBezTo>
                      <a:pt x="21828" y="15410"/>
                      <a:pt x="21826" y="15410"/>
                      <a:pt x="21824" y="15410"/>
                    </a:cubicBezTo>
                    <a:cubicBezTo>
                      <a:pt x="20517" y="15350"/>
                      <a:pt x="12098" y="9301"/>
                      <a:pt x="12098" y="9301"/>
                    </a:cubicBezTo>
                    <a:lnTo>
                      <a:pt x="0" y="27751"/>
                    </a:lnTo>
                    <a:cubicBezTo>
                      <a:pt x="0" y="27751"/>
                      <a:pt x="15565" y="34116"/>
                      <a:pt x="23578" y="34116"/>
                    </a:cubicBezTo>
                    <a:cubicBezTo>
                      <a:pt x="23779" y="34116"/>
                      <a:pt x="23974" y="34112"/>
                      <a:pt x="24165" y="34104"/>
                    </a:cubicBezTo>
                    <a:cubicBezTo>
                      <a:pt x="31977" y="33769"/>
                      <a:pt x="46445" y="12675"/>
                      <a:pt x="48907" y="7720"/>
                    </a:cubicBezTo>
                    <a:cubicBezTo>
                      <a:pt x="51690" y="2197"/>
                      <a:pt x="50685" y="0"/>
                      <a:pt x="48450" y="0"/>
                    </a:cubicBez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212;p29"/>
              <p:cNvSpPr/>
              <p:nvPr/>
            </p:nvSpPr>
            <p:spPr>
              <a:xfrm>
                <a:off x="6692738" y="3250150"/>
                <a:ext cx="1447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3314" extrusionOk="0">
                    <a:moveTo>
                      <a:pt x="517" y="1"/>
                    </a:moveTo>
                    <a:cubicBezTo>
                      <a:pt x="305" y="518"/>
                      <a:pt x="183" y="1065"/>
                      <a:pt x="92" y="1612"/>
                    </a:cubicBezTo>
                    <a:cubicBezTo>
                      <a:pt x="1" y="2189"/>
                      <a:pt x="1" y="2736"/>
                      <a:pt x="61" y="3314"/>
                    </a:cubicBezTo>
                    <a:cubicBezTo>
                      <a:pt x="274" y="2797"/>
                      <a:pt x="396" y="2250"/>
                      <a:pt x="487" y="1673"/>
                    </a:cubicBezTo>
                    <a:cubicBezTo>
                      <a:pt x="548" y="1126"/>
                      <a:pt x="578" y="548"/>
                      <a:pt x="5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213;p29"/>
              <p:cNvSpPr/>
              <p:nvPr/>
            </p:nvSpPr>
            <p:spPr>
              <a:xfrm>
                <a:off x="7296088" y="3157450"/>
                <a:ext cx="1522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314" extrusionOk="0">
                    <a:moveTo>
                      <a:pt x="518" y="1"/>
                    </a:moveTo>
                    <a:cubicBezTo>
                      <a:pt x="305" y="517"/>
                      <a:pt x="153" y="1064"/>
                      <a:pt x="92" y="1642"/>
                    </a:cubicBezTo>
                    <a:cubicBezTo>
                      <a:pt x="1" y="2189"/>
                      <a:pt x="1" y="2767"/>
                      <a:pt x="62" y="3314"/>
                    </a:cubicBezTo>
                    <a:cubicBezTo>
                      <a:pt x="457" y="2250"/>
                      <a:pt x="609" y="1125"/>
                      <a:pt x="5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214;p29"/>
              <p:cNvSpPr/>
              <p:nvPr/>
            </p:nvSpPr>
            <p:spPr>
              <a:xfrm>
                <a:off x="7248213" y="2876750"/>
                <a:ext cx="828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42" extrusionOk="0">
                    <a:moveTo>
                      <a:pt x="752" y="1"/>
                    </a:moveTo>
                    <a:cubicBezTo>
                      <a:pt x="499" y="1"/>
                      <a:pt x="247" y="16"/>
                      <a:pt x="1" y="43"/>
                    </a:cubicBezTo>
                    <a:cubicBezTo>
                      <a:pt x="518" y="256"/>
                      <a:pt x="1065" y="377"/>
                      <a:pt x="1612" y="469"/>
                    </a:cubicBezTo>
                    <a:cubicBezTo>
                      <a:pt x="1930" y="519"/>
                      <a:pt x="2238" y="541"/>
                      <a:pt x="2548" y="541"/>
                    </a:cubicBezTo>
                    <a:cubicBezTo>
                      <a:pt x="2801" y="541"/>
                      <a:pt x="3054" y="526"/>
                      <a:pt x="3314" y="499"/>
                    </a:cubicBezTo>
                    <a:cubicBezTo>
                      <a:pt x="2797" y="286"/>
                      <a:pt x="2220" y="165"/>
                      <a:pt x="1673" y="73"/>
                    </a:cubicBezTo>
                    <a:cubicBezTo>
                      <a:pt x="1371" y="23"/>
                      <a:pt x="1061" y="1"/>
                      <a:pt x="7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215;p29"/>
              <p:cNvSpPr/>
              <p:nvPr/>
            </p:nvSpPr>
            <p:spPr>
              <a:xfrm>
                <a:off x="6761888" y="3036175"/>
                <a:ext cx="8285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37" extrusionOk="0">
                    <a:moveTo>
                      <a:pt x="611" y="1"/>
                    </a:moveTo>
                    <a:cubicBezTo>
                      <a:pt x="405" y="1"/>
                      <a:pt x="201" y="8"/>
                      <a:pt x="1" y="19"/>
                    </a:cubicBezTo>
                    <a:cubicBezTo>
                      <a:pt x="517" y="231"/>
                      <a:pt x="1064" y="383"/>
                      <a:pt x="1642" y="444"/>
                    </a:cubicBezTo>
                    <a:cubicBezTo>
                      <a:pt x="1995" y="503"/>
                      <a:pt x="2349" y="537"/>
                      <a:pt x="2710" y="537"/>
                    </a:cubicBezTo>
                    <a:cubicBezTo>
                      <a:pt x="2908" y="537"/>
                      <a:pt x="3109" y="527"/>
                      <a:pt x="3314" y="505"/>
                    </a:cubicBezTo>
                    <a:cubicBezTo>
                      <a:pt x="2797" y="292"/>
                      <a:pt x="2250" y="140"/>
                      <a:pt x="1672" y="80"/>
                    </a:cubicBezTo>
                    <a:cubicBezTo>
                      <a:pt x="1326" y="22"/>
                      <a:pt x="966" y="1"/>
                      <a:pt x="6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216;p29"/>
              <p:cNvSpPr/>
              <p:nvPr/>
            </p:nvSpPr>
            <p:spPr>
              <a:xfrm>
                <a:off x="6911588" y="3477375"/>
                <a:ext cx="3825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2" extrusionOk="0">
                    <a:moveTo>
                      <a:pt x="153" y="0"/>
                    </a:moveTo>
                    <a:lnTo>
                      <a:pt x="1" y="91"/>
                    </a:lnTo>
                    <a:lnTo>
                      <a:pt x="92" y="91"/>
                    </a:lnTo>
                    <a:cubicBezTo>
                      <a:pt x="122" y="61"/>
                      <a:pt x="153" y="31"/>
                      <a:pt x="1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217;p29"/>
              <p:cNvSpPr/>
              <p:nvPr/>
            </p:nvSpPr>
            <p:spPr>
              <a:xfrm>
                <a:off x="6572688" y="3116425"/>
                <a:ext cx="66875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2037" extrusionOk="0">
                    <a:moveTo>
                      <a:pt x="2675" y="0"/>
                    </a:moveTo>
                    <a:lnTo>
                      <a:pt x="2675" y="0"/>
                    </a:lnTo>
                    <a:cubicBezTo>
                      <a:pt x="1641" y="487"/>
                      <a:pt x="730" y="1155"/>
                      <a:pt x="0" y="2037"/>
                    </a:cubicBezTo>
                    <a:cubicBezTo>
                      <a:pt x="517" y="1794"/>
                      <a:pt x="1003" y="1520"/>
                      <a:pt x="1429" y="1186"/>
                    </a:cubicBezTo>
                    <a:cubicBezTo>
                      <a:pt x="1885" y="851"/>
                      <a:pt x="2310" y="456"/>
                      <a:pt x="2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218;p29"/>
              <p:cNvSpPr/>
              <p:nvPr/>
            </p:nvSpPr>
            <p:spPr>
              <a:xfrm>
                <a:off x="7078013" y="3011550"/>
                <a:ext cx="66900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58" y="244"/>
                      <a:pt x="1672" y="517"/>
                      <a:pt x="1246" y="882"/>
                    </a:cubicBezTo>
                    <a:cubicBezTo>
                      <a:pt x="791" y="1216"/>
                      <a:pt x="365" y="1581"/>
                      <a:pt x="0" y="2037"/>
                    </a:cubicBezTo>
                    <a:cubicBezTo>
                      <a:pt x="517" y="1794"/>
                      <a:pt x="1003" y="1520"/>
                      <a:pt x="1459" y="1186"/>
                    </a:cubicBezTo>
                    <a:cubicBezTo>
                      <a:pt x="1915" y="852"/>
                      <a:pt x="2341" y="457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219;p29"/>
              <p:cNvSpPr/>
              <p:nvPr/>
            </p:nvSpPr>
            <p:spPr>
              <a:xfrm>
                <a:off x="6910838" y="3206850"/>
                <a:ext cx="5017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56" y="1034"/>
                      <a:pt x="1155" y="1946"/>
                      <a:pt x="2006" y="2675"/>
                    </a:cubicBezTo>
                    <a:cubicBezTo>
                      <a:pt x="1550" y="1642"/>
                      <a:pt x="851" y="73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220;p29"/>
              <p:cNvSpPr/>
              <p:nvPr/>
            </p:nvSpPr>
            <p:spPr>
              <a:xfrm>
                <a:off x="7390313" y="2990275"/>
                <a:ext cx="50950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44" y="517"/>
                      <a:pt x="518" y="1004"/>
                      <a:pt x="882" y="1460"/>
                    </a:cubicBezTo>
                    <a:cubicBezTo>
                      <a:pt x="1217" y="1916"/>
                      <a:pt x="1581" y="2311"/>
                      <a:pt x="2037" y="2675"/>
                    </a:cubicBezTo>
                    <a:cubicBezTo>
                      <a:pt x="1551" y="1642"/>
                      <a:pt x="882" y="730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221;p29"/>
              <p:cNvSpPr/>
              <p:nvPr/>
            </p:nvSpPr>
            <p:spPr>
              <a:xfrm>
                <a:off x="6537713" y="2939775"/>
                <a:ext cx="249525" cy="404175"/>
              </a:xfrm>
              <a:custGeom>
                <a:avLst/>
                <a:gdLst/>
                <a:ahLst/>
                <a:cxnLst/>
                <a:rect l="l" t="t" r="r" b="b"/>
                <a:pathLst>
                  <a:path w="9981" h="16167" extrusionOk="0">
                    <a:moveTo>
                      <a:pt x="9846" y="1"/>
                    </a:moveTo>
                    <a:cubicBezTo>
                      <a:pt x="9812" y="1"/>
                      <a:pt x="9778" y="14"/>
                      <a:pt x="9758" y="45"/>
                    </a:cubicBezTo>
                    <a:cubicBezTo>
                      <a:pt x="8147" y="2720"/>
                      <a:pt x="6384" y="5364"/>
                      <a:pt x="4743" y="8039"/>
                    </a:cubicBezTo>
                    <a:cubicBezTo>
                      <a:pt x="3132" y="10683"/>
                      <a:pt x="1460" y="13358"/>
                      <a:pt x="1" y="16094"/>
                    </a:cubicBezTo>
                    <a:cubicBezTo>
                      <a:pt x="1" y="16138"/>
                      <a:pt x="33" y="16166"/>
                      <a:pt x="63" y="16166"/>
                    </a:cubicBezTo>
                    <a:cubicBezTo>
                      <a:pt x="74" y="16166"/>
                      <a:pt x="84" y="16163"/>
                      <a:pt x="92" y="16155"/>
                    </a:cubicBezTo>
                    <a:cubicBezTo>
                      <a:pt x="1946" y="13662"/>
                      <a:pt x="3709" y="11048"/>
                      <a:pt x="5290" y="8373"/>
                    </a:cubicBezTo>
                    <a:cubicBezTo>
                      <a:pt x="6931" y="5668"/>
                      <a:pt x="8420" y="2902"/>
                      <a:pt x="9940" y="136"/>
                    </a:cubicBezTo>
                    <a:cubicBezTo>
                      <a:pt x="9981" y="55"/>
                      <a:pt x="9913" y="1"/>
                      <a:pt x="984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222;p29"/>
              <p:cNvSpPr/>
              <p:nvPr/>
            </p:nvSpPr>
            <p:spPr>
              <a:xfrm>
                <a:off x="6850788" y="2635300"/>
                <a:ext cx="859850" cy="852900"/>
              </a:xfrm>
              <a:custGeom>
                <a:avLst/>
                <a:gdLst/>
                <a:ahLst/>
                <a:cxnLst/>
                <a:rect l="l" t="t" r="r" b="b"/>
                <a:pathLst>
                  <a:path w="34394" h="34116" extrusionOk="0">
                    <a:moveTo>
                      <a:pt x="31099" y="0"/>
                    </a:moveTo>
                    <a:cubicBezTo>
                      <a:pt x="31038" y="0"/>
                      <a:pt x="30976" y="2"/>
                      <a:pt x="30913" y="5"/>
                    </a:cubicBezTo>
                    <a:cubicBezTo>
                      <a:pt x="23041" y="8485"/>
                      <a:pt x="6080" y="26814"/>
                      <a:pt x="1" y="33288"/>
                    </a:cubicBezTo>
                    <a:cubicBezTo>
                      <a:pt x="2354" y="33792"/>
                      <a:pt x="4578" y="34116"/>
                      <a:pt x="6388" y="34116"/>
                    </a:cubicBezTo>
                    <a:cubicBezTo>
                      <a:pt x="6542" y="34116"/>
                      <a:pt x="6692" y="34113"/>
                      <a:pt x="6840" y="34109"/>
                    </a:cubicBezTo>
                    <a:cubicBezTo>
                      <a:pt x="14652" y="33774"/>
                      <a:pt x="29120" y="12680"/>
                      <a:pt x="31582" y="7725"/>
                    </a:cubicBezTo>
                    <a:cubicBezTo>
                      <a:pt x="34393" y="2192"/>
                      <a:pt x="33344" y="0"/>
                      <a:pt x="31099" y="0"/>
                    </a:cubicBezTo>
                    <a:close/>
                  </a:path>
                </a:pathLst>
              </a:custGeom>
              <a:solidFill>
                <a:srgbClr val="263238">
                  <a:alpha val="14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223;p29"/>
              <p:cNvSpPr/>
              <p:nvPr/>
            </p:nvSpPr>
            <p:spPr>
              <a:xfrm>
                <a:off x="7183638" y="2656875"/>
                <a:ext cx="1243200" cy="1395750"/>
              </a:xfrm>
              <a:custGeom>
                <a:avLst/>
                <a:gdLst/>
                <a:ahLst/>
                <a:cxnLst/>
                <a:rect l="l" t="t" r="r" b="b"/>
                <a:pathLst>
                  <a:path w="49728" h="55830" extrusionOk="0">
                    <a:moveTo>
                      <a:pt x="17648" y="0"/>
                    </a:moveTo>
                    <a:cubicBezTo>
                      <a:pt x="15023" y="0"/>
                      <a:pt x="12118" y="1076"/>
                      <a:pt x="10304" y="3488"/>
                    </a:cubicBezTo>
                    <a:cubicBezTo>
                      <a:pt x="7751" y="6923"/>
                      <a:pt x="639" y="20480"/>
                      <a:pt x="335" y="25373"/>
                    </a:cubicBezTo>
                    <a:cubicBezTo>
                      <a:pt x="0" y="30267"/>
                      <a:pt x="3830" y="35100"/>
                      <a:pt x="3830" y="35100"/>
                    </a:cubicBezTo>
                    <a:lnTo>
                      <a:pt x="3860" y="55830"/>
                    </a:lnTo>
                    <a:lnTo>
                      <a:pt x="49728" y="55830"/>
                    </a:lnTo>
                    <a:cubicBezTo>
                      <a:pt x="49728" y="55830"/>
                      <a:pt x="31885" y="10692"/>
                      <a:pt x="22402" y="1604"/>
                    </a:cubicBezTo>
                    <a:cubicBezTo>
                      <a:pt x="21315" y="568"/>
                      <a:pt x="19555" y="0"/>
                      <a:pt x="17648" y="0"/>
                    </a:cubicBez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224;p29"/>
              <p:cNvSpPr/>
              <p:nvPr/>
            </p:nvSpPr>
            <p:spPr>
              <a:xfrm>
                <a:off x="7425288" y="3546525"/>
                <a:ext cx="14450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314" extrusionOk="0">
                    <a:moveTo>
                      <a:pt x="517" y="0"/>
                    </a:moveTo>
                    <a:cubicBezTo>
                      <a:pt x="304" y="517"/>
                      <a:pt x="182" y="1094"/>
                      <a:pt x="91" y="1642"/>
                    </a:cubicBezTo>
                    <a:cubicBezTo>
                      <a:pt x="30" y="2189"/>
                      <a:pt x="0" y="2766"/>
                      <a:pt x="61" y="3313"/>
                    </a:cubicBezTo>
                    <a:cubicBezTo>
                      <a:pt x="274" y="2797"/>
                      <a:pt x="395" y="2249"/>
                      <a:pt x="486" y="1702"/>
                    </a:cubicBezTo>
                    <a:cubicBezTo>
                      <a:pt x="578" y="1125"/>
                      <a:pt x="578" y="578"/>
                      <a:pt x="5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225;p29"/>
              <p:cNvSpPr/>
              <p:nvPr/>
            </p:nvSpPr>
            <p:spPr>
              <a:xfrm>
                <a:off x="8213288" y="3758525"/>
                <a:ext cx="14450" cy="8362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345" extrusionOk="0">
                    <a:moveTo>
                      <a:pt x="517" y="1"/>
                    </a:moveTo>
                    <a:cubicBezTo>
                      <a:pt x="304" y="517"/>
                      <a:pt x="183" y="1095"/>
                      <a:pt x="122" y="1642"/>
                    </a:cubicBezTo>
                    <a:cubicBezTo>
                      <a:pt x="0" y="2189"/>
                      <a:pt x="0" y="2767"/>
                      <a:pt x="61" y="3344"/>
                    </a:cubicBezTo>
                    <a:cubicBezTo>
                      <a:pt x="274" y="2827"/>
                      <a:pt x="396" y="2250"/>
                      <a:pt x="487" y="1703"/>
                    </a:cubicBezTo>
                    <a:cubicBezTo>
                      <a:pt x="578" y="1125"/>
                      <a:pt x="578" y="578"/>
                      <a:pt x="5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226;p29"/>
              <p:cNvSpPr/>
              <p:nvPr/>
            </p:nvSpPr>
            <p:spPr>
              <a:xfrm>
                <a:off x="7718588" y="3944700"/>
                <a:ext cx="1447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3314" extrusionOk="0">
                    <a:moveTo>
                      <a:pt x="518" y="0"/>
                    </a:moveTo>
                    <a:lnTo>
                      <a:pt x="518" y="0"/>
                    </a:lnTo>
                    <a:cubicBezTo>
                      <a:pt x="305" y="517"/>
                      <a:pt x="153" y="1064"/>
                      <a:pt x="92" y="1642"/>
                    </a:cubicBezTo>
                    <a:cubicBezTo>
                      <a:pt x="1" y="2189"/>
                      <a:pt x="1" y="2766"/>
                      <a:pt x="62" y="3314"/>
                    </a:cubicBezTo>
                    <a:cubicBezTo>
                      <a:pt x="274" y="2797"/>
                      <a:pt x="396" y="2250"/>
                      <a:pt x="487" y="1672"/>
                    </a:cubicBezTo>
                    <a:cubicBezTo>
                      <a:pt x="548" y="1125"/>
                      <a:pt x="578" y="548"/>
                      <a:pt x="5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227;p29"/>
              <p:cNvSpPr/>
              <p:nvPr/>
            </p:nvSpPr>
            <p:spPr>
              <a:xfrm>
                <a:off x="7604613" y="3092850"/>
                <a:ext cx="15225" cy="8287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315" extrusionOk="0">
                    <a:moveTo>
                      <a:pt x="517" y="1"/>
                    </a:moveTo>
                    <a:cubicBezTo>
                      <a:pt x="304" y="518"/>
                      <a:pt x="152" y="1065"/>
                      <a:pt x="92" y="1642"/>
                    </a:cubicBezTo>
                    <a:cubicBezTo>
                      <a:pt x="0" y="2189"/>
                      <a:pt x="0" y="2767"/>
                      <a:pt x="61" y="3314"/>
                    </a:cubicBezTo>
                    <a:cubicBezTo>
                      <a:pt x="456" y="2281"/>
                      <a:pt x="608" y="1126"/>
                      <a:pt x="5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228;p29"/>
              <p:cNvSpPr/>
              <p:nvPr/>
            </p:nvSpPr>
            <p:spPr>
              <a:xfrm>
                <a:off x="7909338" y="3435575"/>
                <a:ext cx="1597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3344" extrusionOk="0">
                    <a:moveTo>
                      <a:pt x="517" y="0"/>
                    </a:moveTo>
                    <a:lnTo>
                      <a:pt x="517" y="0"/>
                    </a:lnTo>
                    <a:cubicBezTo>
                      <a:pt x="304" y="517"/>
                      <a:pt x="183" y="1095"/>
                      <a:pt x="122" y="1642"/>
                    </a:cubicBezTo>
                    <a:cubicBezTo>
                      <a:pt x="31" y="2189"/>
                      <a:pt x="0" y="2766"/>
                      <a:pt x="61" y="3344"/>
                    </a:cubicBezTo>
                    <a:cubicBezTo>
                      <a:pt x="456" y="2280"/>
                      <a:pt x="638" y="1125"/>
                      <a:pt x="5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229;p29"/>
              <p:cNvSpPr/>
              <p:nvPr/>
            </p:nvSpPr>
            <p:spPr>
              <a:xfrm>
                <a:off x="7296088" y="3157450"/>
                <a:ext cx="1522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314" extrusionOk="0">
                    <a:moveTo>
                      <a:pt x="518" y="1"/>
                    </a:moveTo>
                    <a:cubicBezTo>
                      <a:pt x="305" y="517"/>
                      <a:pt x="153" y="1064"/>
                      <a:pt x="92" y="1642"/>
                    </a:cubicBezTo>
                    <a:cubicBezTo>
                      <a:pt x="1" y="2189"/>
                      <a:pt x="1" y="2767"/>
                      <a:pt x="62" y="3314"/>
                    </a:cubicBezTo>
                    <a:cubicBezTo>
                      <a:pt x="457" y="2250"/>
                      <a:pt x="609" y="1125"/>
                      <a:pt x="5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230;p29"/>
              <p:cNvSpPr/>
              <p:nvPr/>
            </p:nvSpPr>
            <p:spPr>
              <a:xfrm>
                <a:off x="7617538" y="3565225"/>
                <a:ext cx="82850" cy="13100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24" extrusionOk="0">
                    <a:moveTo>
                      <a:pt x="754" y="0"/>
                    </a:moveTo>
                    <a:cubicBezTo>
                      <a:pt x="498" y="0"/>
                      <a:pt x="246" y="15"/>
                      <a:pt x="0" y="42"/>
                    </a:cubicBezTo>
                    <a:cubicBezTo>
                      <a:pt x="865" y="363"/>
                      <a:pt x="1769" y="524"/>
                      <a:pt x="2681" y="524"/>
                    </a:cubicBezTo>
                    <a:cubicBezTo>
                      <a:pt x="2892" y="524"/>
                      <a:pt x="3102" y="515"/>
                      <a:pt x="3313" y="498"/>
                    </a:cubicBezTo>
                    <a:cubicBezTo>
                      <a:pt x="2797" y="286"/>
                      <a:pt x="2249" y="164"/>
                      <a:pt x="1702" y="73"/>
                    </a:cubicBezTo>
                    <a:cubicBezTo>
                      <a:pt x="1384" y="23"/>
                      <a:pt x="1066" y="0"/>
                      <a:pt x="7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231;p29"/>
              <p:cNvSpPr/>
              <p:nvPr/>
            </p:nvSpPr>
            <p:spPr>
              <a:xfrm>
                <a:off x="7963288" y="3237375"/>
                <a:ext cx="82850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31" extrusionOk="0">
                    <a:moveTo>
                      <a:pt x="625" y="0"/>
                    </a:moveTo>
                    <a:cubicBezTo>
                      <a:pt x="417" y="0"/>
                      <a:pt x="209" y="9"/>
                      <a:pt x="0" y="26"/>
                    </a:cubicBezTo>
                    <a:cubicBezTo>
                      <a:pt x="517" y="238"/>
                      <a:pt x="1064" y="390"/>
                      <a:pt x="1642" y="451"/>
                    </a:cubicBezTo>
                    <a:cubicBezTo>
                      <a:pt x="1988" y="509"/>
                      <a:pt x="2348" y="530"/>
                      <a:pt x="2703" y="530"/>
                    </a:cubicBezTo>
                    <a:cubicBezTo>
                      <a:pt x="2909" y="530"/>
                      <a:pt x="3113" y="523"/>
                      <a:pt x="3313" y="512"/>
                    </a:cubicBezTo>
                    <a:cubicBezTo>
                      <a:pt x="2447" y="165"/>
                      <a:pt x="1540" y="0"/>
                      <a:pt x="6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232;p29"/>
              <p:cNvSpPr/>
              <p:nvPr/>
            </p:nvSpPr>
            <p:spPr>
              <a:xfrm>
                <a:off x="7346238" y="3950750"/>
                <a:ext cx="8287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531" extrusionOk="0">
                    <a:moveTo>
                      <a:pt x="606" y="0"/>
                    </a:moveTo>
                    <a:cubicBezTo>
                      <a:pt x="406" y="0"/>
                      <a:pt x="206" y="10"/>
                      <a:pt x="1" y="32"/>
                    </a:cubicBezTo>
                    <a:cubicBezTo>
                      <a:pt x="518" y="245"/>
                      <a:pt x="1095" y="397"/>
                      <a:pt x="1642" y="458"/>
                    </a:cubicBezTo>
                    <a:cubicBezTo>
                      <a:pt x="1943" y="508"/>
                      <a:pt x="2254" y="530"/>
                      <a:pt x="2563" y="530"/>
                    </a:cubicBezTo>
                    <a:cubicBezTo>
                      <a:pt x="2816" y="530"/>
                      <a:pt x="3068" y="515"/>
                      <a:pt x="3314" y="488"/>
                    </a:cubicBezTo>
                    <a:cubicBezTo>
                      <a:pt x="2797" y="275"/>
                      <a:pt x="2250" y="154"/>
                      <a:pt x="1703" y="93"/>
                    </a:cubicBezTo>
                    <a:cubicBezTo>
                      <a:pt x="1330" y="34"/>
                      <a:pt x="970" y="0"/>
                      <a:pt x="6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233;p29"/>
              <p:cNvSpPr/>
              <p:nvPr/>
            </p:nvSpPr>
            <p:spPr>
              <a:xfrm>
                <a:off x="7989888" y="3666875"/>
                <a:ext cx="8285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37" extrusionOk="0">
                    <a:moveTo>
                      <a:pt x="610" y="1"/>
                    </a:moveTo>
                    <a:cubicBezTo>
                      <a:pt x="405" y="1"/>
                      <a:pt x="200" y="8"/>
                      <a:pt x="0" y="19"/>
                    </a:cubicBezTo>
                    <a:cubicBezTo>
                      <a:pt x="517" y="232"/>
                      <a:pt x="1064" y="384"/>
                      <a:pt x="1611" y="445"/>
                    </a:cubicBezTo>
                    <a:cubicBezTo>
                      <a:pt x="1984" y="503"/>
                      <a:pt x="2344" y="537"/>
                      <a:pt x="2708" y="537"/>
                    </a:cubicBezTo>
                    <a:cubicBezTo>
                      <a:pt x="2908" y="537"/>
                      <a:pt x="3109" y="527"/>
                      <a:pt x="3313" y="505"/>
                    </a:cubicBezTo>
                    <a:cubicBezTo>
                      <a:pt x="2766" y="293"/>
                      <a:pt x="2219" y="141"/>
                      <a:pt x="1672" y="80"/>
                    </a:cubicBezTo>
                    <a:cubicBezTo>
                      <a:pt x="1325" y="22"/>
                      <a:pt x="966" y="1"/>
                      <a:pt x="6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234;p29"/>
              <p:cNvSpPr/>
              <p:nvPr/>
            </p:nvSpPr>
            <p:spPr>
              <a:xfrm>
                <a:off x="7530138" y="3784350"/>
                <a:ext cx="66900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59" y="244"/>
                      <a:pt x="1672" y="518"/>
                      <a:pt x="1217" y="882"/>
                    </a:cubicBezTo>
                    <a:cubicBezTo>
                      <a:pt x="761" y="1186"/>
                      <a:pt x="335" y="1582"/>
                      <a:pt x="1" y="2037"/>
                    </a:cubicBezTo>
                    <a:cubicBezTo>
                      <a:pt x="1034" y="1551"/>
                      <a:pt x="1946" y="882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235;p29"/>
              <p:cNvSpPr/>
              <p:nvPr/>
            </p:nvSpPr>
            <p:spPr>
              <a:xfrm>
                <a:off x="7963288" y="3867200"/>
                <a:ext cx="66900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7" extrusionOk="0">
                    <a:moveTo>
                      <a:pt x="2675" y="0"/>
                    </a:moveTo>
                    <a:lnTo>
                      <a:pt x="2675" y="0"/>
                    </a:lnTo>
                    <a:cubicBezTo>
                      <a:pt x="2158" y="213"/>
                      <a:pt x="1672" y="517"/>
                      <a:pt x="1216" y="851"/>
                    </a:cubicBezTo>
                    <a:cubicBezTo>
                      <a:pt x="760" y="1186"/>
                      <a:pt x="365" y="1581"/>
                      <a:pt x="0" y="2037"/>
                    </a:cubicBezTo>
                    <a:lnTo>
                      <a:pt x="31" y="2037"/>
                    </a:lnTo>
                    <a:cubicBezTo>
                      <a:pt x="1034" y="1550"/>
                      <a:pt x="1946" y="882"/>
                      <a:pt x="2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236;p29"/>
              <p:cNvSpPr/>
              <p:nvPr/>
            </p:nvSpPr>
            <p:spPr>
              <a:xfrm>
                <a:off x="8078013" y="3462175"/>
                <a:ext cx="669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07" extrusionOk="0">
                    <a:moveTo>
                      <a:pt x="2676" y="0"/>
                    </a:moveTo>
                    <a:cubicBezTo>
                      <a:pt x="2159" y="213"/>
                      <a:pt x="1673" y="487"/>
                      <a:pt x="1217" y="851"/>
                    </a:cubicBezTo>
                    <a:cubicBezTo>
                      <a:pt x="761" y="1186"/>
                      <a:pt x="366" y="1581"/>
                      <a:pt x="1" y="2006"/>
                    </a:cubicBezTo>
                    <a:cubicBezTo>
                      <a:pt x="518" y="1794"/>
                      <a:pt x="1004" y="1490"/>
                      <a:pt x="1460" y="1155"/>
                    </a:cubicBezTo>
                    <a:cubicBezTo>
                      <a:pt x="1916" y="821"/>
                      <a:pt x="2311" y="426"/>
                      <a:pt x="26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237;p29"/>
              <p:cNvSpPr/>
              <p:nvPr/>
            </p:nvSpPr>
            <p:spPr>
              <a:xfrm>
                <a:off x="7393363" y="3316275"/>
                <a:ext cx="669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07" extrusionOk="0">
                    <a:moveTo>
                      <a:pt x="2675" y="0"/>
                    </a:moveTo>
                    <a:cubicBezTo>
                      <a:pt x="2159" y="213"/>
                      <a:pt x="1672" y="517"/>
                      <a:pt x="1247" y="851"/>
                    </a:cubicBezTo>
                    <a:cubicBezTo>
                      <a:pt x="791" y="1186"/>
                      <a:pt x="365" y="1581"/>
                      <a:pt x="0" y="2006"/>
                    </a:cubicBezTo>
                    <a:cubicBezTo>
                      <a:pt x="517" y="1794"/>
                      <a:pt x="1004" y="1490"/>
                      <a:pt x="1459" y="1155"/>
                    </a:cubicBezTo>
                    <a:cubicBezTo>
                      <a:pt x="1915" y="821"/>
                      <a:pt x="2341" y="426"/>
                      <a:pt x="2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238;p29"/>
              <p:cNvSpPr/>
              <p:nvPr/>
            </p:nvSpPr>
            <p:spPr>
              <a:xfrm>
                <a:off x="7837138" y="3036625"/>
                <a:ext cx="66900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59" y="213"/>
                      <a:pt x="1672" y="517"/>
                      <a:pt x="1216" y="852"/>
                    </a:cubicBezTo>
                    <a:cubicBezTo>
                      <a:pt x="760" y="1186"/>
                      <a:pt x="335" y="1581"/>
                      <a:pt x="1" y="2037"/>
                    </a:cubicBezTo>
                    <a:cubicBezTo>
                      <a:pt x="517" y="1794"/>
                      <a:pt x="1004" y="1520"/>
                      <a:pt x="1429" y="1156"/>
                    </a:cubicBezTo>
                    <a:cubicBezTo>
                      <a:pt x="1885" y="821"/>
                      <a:pt x="2311" y="426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239;p29"/>
              <p:cNvSpPr/>
              <p:nvPr/>
            </p:nvSpPr>
            <p:spPr>
              <a:xfrm>
                <a:off x="7280138" y="3700775"/>
                <a:ext cx="29650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26" extrusionOk="0">
                    <a:moveTo>
                      <a:pt x="1186" y="0"/>
                    </a:moveTo>
                    <a:lnTo>
                      <a:pt x="1186" y="0"/>
                    </a:lnTo>
                    <a:cubicBezTo>
                      <a:pt x="760" y="152"/>
                      <a:pt x="365" y="396"/>
                      <a:pt x="0" y="669"/>
                    </a:cubicBezTo>
                    <a:lnTo>
                      <a:pt x="0" y="1125"/>
                    </a:lnTo>
                    <a:cubicBezTo>
                      <a:pt x="426" y="791"/>
                      <a:pt x="852" y="426"/>
                      <a:pt x="11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240;p29"/>
              <p:cNvSpPr/>
              <p:nvPr/>
            </p:nvSpPr>
            <p:spPr>
              <a:xfrm>
                <a:off x="7611463" y="2858050"/>
                <a:ext cx="66875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28" y="244"/>
                      <a:pt x="1641" y="517"/>
                      <a:pt x="1216" y="882"/>
                    </a:cubicBezTo>
                    <a:cubicBezTo>
                      <a:pt x="760" y="1217"/>
                      <a:pt x="334" y="1581"/>
                      <a:pt x="0" y="2037"/>
                    </a:cubicBezTo>
                    <a:cubicBezTo>
                      <a:pt x="1033" y="1551"/>
                      <a:pt x="1945" y="882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241;p29"/>
              <p:cNvSpPr/>
              <p:nvPr/>
            </p:nvSpPr>
            <p:spPr>
              <a:xfrm>
                <a:off x="7233013" y="3424175"/>
                <a:ext cx="50950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76" extrusionOk="0">
                    <a:moveTo>
                      <a:pt x="1" y="0"/>
                    </a:moveTo>
                    <a:lnTo>
                      <a:pt x="1" y="31"/>
                    </a:lnTo>
                    <a:cubicBezTo>
                      <a:pt x="457" y="1064"/>
                      <a:pt x="1156" y="1976"/>
                      <a:pt x="2037" y="2675"/>
                    </a:cubicBezTo>
                    <a:cubicBezTo>
                      <a:pt x="1794" y="2159"/>
                      <a:pt x="1521" y="1672"/>
                      <a:pt x="1156" y="1247"/>
                    </a:cubicBezTo>
                    <a:cubicBezTo>
                      <a:pt x="822" y="791"/>
                      <a:pt x="426" y="365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242;p29"/>
              <p:cNvSpPr/>
              <p:nvPr/>
            </p:nvSpPr>
            <p:spPr>
              <a:xfrm>
                <a:off x="7390313" y="2990275"/>
                <a:ext cx="50950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44" y="517"/>
                      <a:pt x="518" y="1004"/>
                      <a:pt x="882" y="1460"/>
                    </a:cubicBezTo>
                    <a:cubicBezTo>
                      <a:pt x="1217" y="1916"/>
                      <a:pt x="1581" y="2311"/>
                      <a:pt x="2037" y="2675"/>
                    </a:cubicBezTo>
                    <a:cubicBezTo>
                      <a:pt x="1551" y="1642"/>
                      <a:pt x="882" y="730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243;p29"/>
              <p:cNvSpPr/>
              <p:nvPr/>
            </p:nvSpPr>
            <p:spPr>
              <a:xfrm>
                <a:off x="7788513" y="3692425"/>
                <a:ext cx="50175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45" extrusionOk="0">
                    <a:moveTo>
                      <a:pt x="0" y="0"/>
                    </a:moveTo>
                    <a:cubicBezTo>
                      <a:pt x="243" y="517"/>
                      <a:pt x="517" y="1003"/>
                      <a:pt x="882" y="1429"/>
                    </a:cubicBezTo>
                    <a:cubicBezTo>
                      <a:pt x="1216" y="1885"/>
                      <a:pt x="1581" y="2280"/>
                      <a:pt x="2006" y="2645"/>
                    </a:cubicBezTo>
                    <a:cubicBezTo>
                      <a:pt x="1550" y="1611"/>
                      <a:pt x="851" y="73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244;p29"/>
              <p:cNvSpPr/>
              <p:nvPr/>
            </p:nvSpPr>
            <p:spPr>
              <a:xfrm>
                <a:off x="8201138" y="3967500"/>
                <a:ext cx="5017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76" extrusionOk="0">
                    <a:moveTo>
                      <a:pt x="0" y="0"/>
                    </a:moveTo>
                    <a:cubicBezTo>
                      <a:pt x="213" y="517"/>
                      <a:pt x="486" y="1003"/>
                      <a:pt x="851" y="1459"/>
                    </a:cubicBezTo>
                    <a:cubicBezTo>
                      <a:pt x="1186" y="1915"/>
                      <a:pt x="1581" y="2341"/>
                      <a:pt x="2006" y="2675"/>
                    </a:cubicBezTo>
                    <a:cubicBezTo>
                      <a:pt x="1793" y="2158"/>
                      <a:pt x="1489" y="1672"/>
                      <a:pt x="1155" y="1247"/>
                    </a:cubicBezTo>
                    <a:cubicBezTo>
                      <a:pt x="821" y="791"/>
                      <a:pt x="426" y="36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245;p29"/>
              <p:cNvSpPr/>
              <p:nvPr/>
            </p:nvSpPr>
            <p:spPr>
              <a:xfrm>
                <a:off x="7780138" y="2785875"/>
                <a:ext cx="50950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487" y="1034"/>
                      <a:pt x="1156" y="1915"/>
                      <a:pt x="2037" y="2645"/>
                    </a:cubicBezTo>
                    <a:cubicBezTo>
                      <a:pt x="1551" y="1611"/>
                      <a:pt x="882" y="73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246;p29"/>
              <p:cNvSpPr/>
              <p:nvPr/>
            </p:nvSpPr>
            <p:spPr>
              <a:xfrm>
                <a:off x="7706438" y="3320825"/>
                <a:ext cx="5017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7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56" y="1034"/>
                      <a:pt x="1156" y="1946"/>
                      <a:pt x="2007" y="2675"/>
                    </a:cubicBezTo>
                    <a:cubicBezTo>
                      <a:pt x="1794" y="2128"/>
                      <a:pt x="1520" y="1642"/>
                      <a:pt x="1156" y="1216"/>
                    </a:cubicBezTo>
                    <a:cubicBezTo>
                      <a:pt x="821" y="761"/>
                      <a:pt x="426" y="335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247;p29"/>
              <p:cNvSpPr/>
              <p:nvPr/>
            </p:nvSpPr>
            <p:spPr>
              <a:xfrm>
                <a:off x="7457963" y="2405150"/>
                <a:ext cx="219625" cy="409475"/>
              </a:xfrm>
              <a:custGeom>
                <a:avLst/>
                <a:gdLst/>
                <a:ahLst/>
                <a:cxnLst/>
                <a:rect l="l" t="t" r="r" b="b"/>
                <a:pathLst>
                  <a:path w="8785" h="16379" extrusionOk="0">
                    <a:moveTo>
                      <a:pt x="8724" y="1"/>
                    </a:moveTo>
                    <a:lnTo>
                      <a:pt x="7660" y="457"/>
                    </a:lnTo>
                    <a:lnTo>
                      <a:pt x="182" y="3983"/>
                    </a:lnTo>
                    <a:lnTo>
                      <a:pt x="730" y="10032"/>
                    </a:lnTo>
                    <a:lnTo>
                      <a:pt x="760" y="10457"/>
                    </a:lnTo>
                    <a:cubicBezTo>
                      <a:pt x="760" y="10457"/>
                      <a:pt x="0" y="16141"/>
                      <a:pt x="1034" y="16323"/>
                    </a:cubicBezTo>
                    <a:cubicBezTo>
                      <a:pt x="1240" y="16361"/>
                      <a:pt x="1450" y="16379"/>
                      <a:pt x="1662" y="16379"/>
                    </a:cubicBezTo>
                    <a:cubicBezTo>
                      <a:pt x="4692" y="16379"/>
                      <a:pt x="8134" y="12754"/>
                      <a:pt x="8389" y="12129"/>
                    </a:cubicBezTo>
                    <a:cubicBezTo>
                      <a:pt x="8632" y="10335"/>
                      <a:pt x="8784" y="8573"/>
                      <a:pt x="8784" y="6779"/>
                    </a:cubicBezTo>
                    <a:lnTo>
                      <a:pt x="8784" y="6019"/>
                    </a:lnTo>
                    <a:lnTo>
                      <a:pt x="8784" y="5290"/>
                    </a:lnTo>
                    <a:lnTo>
                      <a:pt x="8784" y="4348"/>
                    </a:lnTo>
                    <a:lnTo>
                      <a:pt x="8784" y="4013"/>
                    </a:lnTo>
                    <a:lnTo>
                      <a:pt x="8784" y="3740"/>
                    </a:lnTo>
                    <a:cubicBezTo>
                      <a:pt x="8754" y="1642"/>
                      <a:pt x="8724" y="1"/>
                      <a:pt x="8724" y="1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248;p29"/>
              <p:cNvSpPr/>
              <p:nvPr/>
            </p:nvSpPr>
            <p:spPr>
              <a:xfrm>
                <a:off x="7462513" y="2405150"/>
                <a:ext cx="215075" cy="250800"/>
              </a:xfrm>
              <a:custGeom>
                <a:avLst/>
                <a:gdLst/>
                <a:ahLst/>
                <a:cxnLst/>
                <a:rect l="l" t="t" r="r" b="b"/>
                <a:pathLst>
                  <a:path w="8603" h="10032" extrusionOk="0">
                    <a:moveTo>
                      <a:pt x="8542" y="1"/>
                    </a:moveTo>
                    <a:lnTo>
                      <a:pt x="7478" y="457"/>
                    </a:lnTo>
                    <a:lnTo>
                      <a:pt x="0" y="3983"/>
                    </a:lnTo>
                    <a:lnTo>
                      <a:pt x="548" y="10032"/>
                    </a:lnTo>
                    <a:cubicBezTo>
                      <a:pt x="4013" y="9211"/>
                      <a:pt x="6991" y="6901"/>
                      <a:pt x="8602" y="3740"/>
                    </a:cubicBezTo>
                    <a:cubicBezTo>
                      <a:pt x="8572" y="1642"/>
                      <a:pt x="8542" y="1"/>
                      <a:pt x="854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249;p29"/>
              <p:cNvSpPr/>
              <p:nvPr/>
            </p:nvSpPr>
            <p:spPr>
              <a:xfrm>
                <a:off x="7248988" y="1969825"/>
                <a:ext cx="540300" cy="625875"/>
              </a:xfrm>
              <a:custGeom>
                <a:avLst/>
                <a:gdLst/>
                <a:ahLst/>
                <a:cxnLst/>
                <a:rect l="l" t="t" r="r" b="b"/>
                <a:pathLst>
                  <a:path w="21612" h="25035" extrusionOk="0">
                    <a:moveTo>
                      <a:pt x="10834" y="0"/>
                    </a:moveTo>
                    <a:cubicBezTo>
                      <a:pt x="6428" y="0"/>
                      <a:pt x="1592" y="2853"/>
                      <a:pt x="821" y="12490"/>
                    </a:cubicBezTo>
                    <a:cubicBezTo>
                      <a:pt x="0" y="23128"/>
                      <a:pt x="6262" y="24831"/>
                      <a:pt x="8541" y="24982"/>
                    </a:cubicBezTo>
                    <a:cubicBezTo>
                      <a:pt x="8832" y="25008"/>
                      <a:pt x="9218" y="25035"/>
                      <a:pt x="9673" y="25035"/>
                    </a:cubicBezTo>
                    <a:cubicBezTo>
                      <a:pt x="12507" y="25035"/>
                      <a:pt x="18016" y="23988"/>
                      <a:pt x="19666" y="14952"/>
                    </a:cubicBezTo>
                    <a:cubicBezTo>
                      <a:pt x="21612" y="4465"/>
                      <a:pt x="16931" y="727"/>
                      <a:pt x="12189" y="89"/>
                    </a:cubicBezTo>
                    <a:cubicBezTo>
                      <a:pt x="11745" y="31"/>
                      <a:pt x="11292" y="0"/>
                      <a:pt x="10834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250;p29"/>
              <p:cNvSpPr/>
              <p:nvPr/>
            </p:nvSpPr>
            <p:spPr>
              <a:xfrm>
                <a:off x="7300238" y="2196075"/>
                <a:ext cx="52875" cy="29175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167" extrusionOk="0">
                    <a:moveTo>
                      <a:pt x="1336" y="1"/>
                    </a:moveTo>
                    <a:cubicBezTo>
                      <a:pt x="1252" y="1"/>
                      <a:pt x="1166" y="12"/>
                      <a:pt x="1081" y="36"/>
                    </a:cubicBezTo>
                    <a:cubicBezTo>
                      <a:pt x="747" y="96"/>
                      <a:pt x="412" y="248"/>
                      <a:pt x="200" y="522"/>
                    </a:cubicBezTo>
                    <a:cubicBezTo>
                      <a:pt x="1" y="778"/>
                      <a:pt x="200" y="1166"/>
                      <a:pt x="500" y="1166"/>
                    </a:cubicBezTo>
                    <a:cubicBezTo>
                      <a:pt x="521" y="1166"/>
                      <a:pt x="542" y="1164"/>
                      <a:pt x="564" y="1160"/>
                    </a:cubicBezTo>
                    <a:cubicBezTo>
                      <a:pt x="807" y="1130"/>
                      <a:pt x="1051" y="1099"/>
                      <a:pt x="1294" y="1039"/>
                    </a:cubicBezTo>
                    <a:cubicBezTo>
                      <a:pt x="1567" y="1008"/>
                      <a:pt x="1811" y="917"/>
                      <a:pt x="1993" y="735"/>
                    </a:cubicBezTo>
                    <a:cubicBezTo>
                      <a:pt x="2114" y="613"/>
                      <a:pt x="2114" y="400"/>
                      <a:pt x="1993" y="279"/>
                    </a:cubicBezTo>
                    <a:cubicBezTo>
                      <a:pt x="1812" y="98"/>
                      <a:pt x="1580" y="1"/>
                      <a:pt x="133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251;p29"/>
              <p:cNvSpPr/>
              <p:nvPr/>
            </p:nvSpPr>
            <p:spPr>
              <a:xfrm>
                <a:off x="7453388" y="2199750"/>
                <a:ext cx="52250" cy="29175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1167" extrusionOk="0">
                    <a:moveTo>
                      <a:pt x="738" y="0"/>
                    </a:moveTo>
                    <a:cubicBezTo>
                      <a:pt x="497" y="0"/>
                      <a:pt x="264" y="81"/>
                      <a:pt x="92" y="253"/>
                    </a:cubicBezTo>
                    <a:cubicBezTo>
                      <a:pt x="1" y="375"/>
                      <a:pt x="1" y="588"/>
                      <a:pt x="92" y="709"/>
                    </a:cubicBezTo>
                    <a:cubicBezTo>
                      <a:pt x="305" y="892"/>
                      <a:pt x="548" y="983"/>
                      <a:pt x="791" y="1013"/>
                    </a:cubicBezTo>
                    <a:cubicBezTo>
                      <a:pt x="1034" y="1074"/>
                      <a:pt x="1277" y="1135"/>
                      <a:pt x="1520" y="1165"/>
                    </a:cubicBezTo>
                    <a:cubicBezTo>
                      <a:pt x="1534" y="1166"/>
                      <a:pt x="1547" y="1167"/>
                      <a:pt x="1560" y="1167"/>
                    </a:cubicBezTo>
                    <a:cubicBezTo>
                      <a:pt x="1873" y="1167"/>
                      <a:pt x="2090" y="819"/>
                      <a:pt x="1885" y="527"/>
                    </a:cubicBezTo>
                    <a:cubicBezTo>
                      <a:pt x="1672" y="253"/>
                      <a:pt x="1369" y="101"/>
                      <a:pt x="1034" y="41"/>
                    </a:cubicBezTo>
                    <a:cubicBezTo>
                      <a:pt x="937" y="14"/>
                      <a:pt x="837" y="0"/>
                      <a:pt x="73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252;p29"/>
              <p:cNvSpPr/>
              <p:nvPr/>
            </p:nvSpPr>
            <p:spPr>
              <a:xfrm>
                <a:off x="7445788" y="2296300"/>
                <a:ext cx="22825" cy="48100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924" extrusionOk="0">
                    <a:moveTo>
                      <a:pt x="159" y="0"/>
                    </a:moveTo>
                    <a:cubicBezTo>
                      <a:pt x="155" y="0"/>
                      <a:pt x="153" y="3"/>
                      <a:pt x="153" y="8"/>
                    </a:cubicBezTo>
                    <a:cubicBezTo>
                      <a:pt x="1" y="677"/>
                      <a:pt x="92" y="1771"/>
                      <a:pt x="882" y="1923"/>
                    </a:cubicBezTo>
                    <a:cubicBezTo>
                      <a:pt x="882" y="1923"/>
                      <a:pt x="913" y="1893"/>
                      <a:pt x="882" y="1893"/>
                    </a:cubicBezTo>
                    <a:cubicBezTo>
                      <a:pt x="244" y="1619"/>
                      <a:pt x="153" y="799"/>
                      <a:pt x="214" y="69"/>
                    </a:cubicBezTo>
                    <a:cubicBezTo>
                      <a:pt x="214" y="45"/>
                      <a:pt x="174" y="0"/>
                      <a:pt x="15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253;p29"/>
              <p:cNvSpPr/>
              <p:nvPr/>
            </p:nvSpPr>
            <p:spPr>
              <a:xfrm>
                <a:off x="7441988" y="2277500"/>
                <a:ext cx="53975" cy="58575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2343" extrusionOk="0">
                    <a:moveTo>
                      <a:pt x="997" y="0"/>
                    </a:moveTo>
                    <a:cubicBezTo>
                      <a:pt x="989" y="0"/>
                      <a:pt x="981" y="0"/>
                      <a:pt x="973" y="1"/>
                    </a:cubicBezTo>
                    <a:cubicBezTo>
                      <a:pt x="13" y="61"/>
                      <a:pt x="1" y="2342"/>
                      <a:pt x="1053" y="2342"/>
                    </a:cubicBezTo>
                    <a:cubicBezTo>
                      <a:pt x="1067" y="2342"/>
                      <a:pt x="1081" y="2342"/>
                      <a:pt x="1095" y="2341"/>
                    </a:cubicBezTo>
                    <a:cubicBezTo>
                      <a:pt x="2152" y="2281"/>
                      <a:pt x="2159" y="0"/>
                      <a:pt x="99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254;p29"/>
              <p:cNvSpPr/>
              <p:nvPr/>
            </p:nvSpPr>
            <p:spPr>
              <a:xfrm>
                <a:off x="7474663" y="2278700"/>
                <a:ext cx="38025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023" extrusionOk="0">
                    <a:moveTo>
                      <a:pt x="1496" y="1"/>
                    </a:moveTo>
                    <a:cubicBezTo>
                      <a:pt x="1493" y="1"/>
                      <a:pt x="1490" y="4"/>
                      <a:pt x="1490" y="13"/>
                    </a:cubicBezTo>
                    <a:cubicBezTo>
                      <a:pt x="1308" y="256"/>
                      <a:pt x="1034" y="469"/>
                      <a:pt x="791" y="469"/>
                    </a:cubicBezTo>
                    <a:cubicBezTo>
                      <a:pt x="548" y="469"/>
                      <a:pt x="335" y="226"/>
                      <a:pt x="153" y="74"/>
                    </a:cubicBezTo>
                    <a:cubicBezTo>
                      <a:pt x="143" y="71"/>
                      <a:pt x="133" y="69"/>
                      <a:pt x="124" y="69"/>
                    </a:cubicBezTo>
                    <a:cubicBezTo>
                      <a:pt x="49" y="69"/>
                      <a:pt x="1" y="172"/>
                      <a:pt x="1" y="226"/>
                    </a:cubicBezTo>
                    <a:cubicBezTo>
                      <a:pt x="114" y="651"/>
                      <a:pt x="359" y="1023"/>
                      <a:pt x="785" y="1023"/>
                    </a:cubicBezTo>
                    <a:cubicBezTo>
                      <a:pt x="816" y="1023"/>
                      <a:pt x="849" y="1021"/>
                      <a:pt x="882" y="1016"/>
                    </a:cubicBezTo>
                    <a:cubicBezTo>
                      <a:pt x="1369" y="956"/>
                      <a:pt x="1521" y="469"/>
                      <a:pt x="1521" y="44"/>
                    </a:cubicBezTo>
                    <a:cubicBezTo>
                      <a:pt x="1521" y="22"/>
                      <a:pt x="1505" y="1"/>
                      <a:pt x="149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255;p29"/>
              <p:cNvSpPr/>
              <p:nvPr/>
            </p:nvSpPr>
            <p:spPr>
              <a:xfrm>
                <a:off x="7329538" y="2291725"/>
                <a:ext cx="23575" cy="4810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1924" extrusionOk="0">
                    <a:moveTo>
                      <a:pt x="785" y="1"/>
                    </a:moveTo>
                    <a:cubicBezTo>
                      <a:pt x="769" y="1"/>
                      <a:pt x="730" y="45"/>
                      <a:pt x="730" y="70"/>
                    </a:cubicBezTo>
                    <a:cubicBezTo>
                      <a:pt x="760" y="799"/>
                      <a:pt x="669" y="1650"/>
                      <a:pt x="31" y="1894"/>
                    </a:cubicBezTo>
                    <a:cubicBezTo>
                      <a:pt x="0" y="1894"/>
                      <a:pt x="0" y="1924"/>
                      <a:pt x="31" y="1924"/>
                    </a:cubicBezTo>
                    <a:cubicBezTo>
                      <a:pt x="821" y="1802"/>
                      <a:pt x="942" y="708"/>
                      <a:pt x="790" y="9"/>
                    </a:cubicBezTo>
                    <a:cubicBezTo>
                      <a:pt x="790" y="3"/>
                      <a:pt x="788" y="1"/>
                      <a:pt x="78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256;p29"/>
              <p:cNvSpPr/>
              <p:nvPr/>
            </p:nvSpPr>
            <p:spPr>
              <a:xfrm>
                <a:off x="7302688" y="2273625"/>
                <a:ext cx="53900" cy="5865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2346" extrusionOk="0">
                    <a:moveTo>
                      <a:pt x="1132" y="1"/>
                    </a:moveTo>
                    <a:cubicBezTo>
                      <a:pt x="39" y="1"/>
                      <a:pt x="0" y="2284"/>
                      <a:pt x="1044" y="2344"/>
                    </a:cubicBezTo>
                    <a:cubicBezTo>
                      <a:pt x="1058" y="2345"/>
                      <a:pt x="1072" y="2345"/>
                      <a:pt x="1085" y="2345"/>
                    </a:cubicBezTo>
                    <a:cubicBezTo>
                      <a:pt x="2139" y="2345"/>
                      <a:pt x="2156" y="64"/>
                      <a:pt x="1196" y="4"/>
                    </a:cubicBezTo>
                    <a:cubicBezTo>
                      <a:pt x="1174" y="2"/>
                      <a:pt x="1153" y="1"/>
                      <a:pt x="113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257;p29"/>
              <p:cNvSpPr/>
              <p:nvPr/>
            </p:nvSpPr>
            <p:spPr>
              <a:xfrm>
                <a:off x="7289263" y="2272950"/>
                <a:ext cx="34225" cy="26950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1078" extrusionOk="0">
                    <a:moveTo>
                      <a:pt x="61" y="0"/>
                    </a:moveTo>
                    <a:cubicBezTo>
                      <a:pt x="31" y="0"/>
                      <a:pt x="0" y="0"/>
                      <a:pt x="0" y="31"/>
                    </a:cubicBezTo>
                    <a:cubicBezTo>
                      <a:pt x="0" y="486"/>
                      <a:pt x="122" y="942"/>
                      <a:pt x="547" y="1064"/>
                    </a:cubicBezTo>
                    <a:cubicBezTo>
                      <a:pt x="589" y="1073"/>
                      <a:pt x="629" y="1077"/>
                      <a:pt x="668" y="1077"/>
                    </a:cubicBezTo>
                    <a:cubicBezTo>
                      <a:pt x="1025" y="1077"/>
                      <a:pt x="1258" y="715"/>
                      <a:pt x="1368" y="304"/>
                    </a:cubicBezTo>
                    <a:cubicBezTo>
                      <a:pt x="1368" y="250"/>
                      <a:pt x="1320" y="147"/>
                      <a:pt x="1266" y="147"/>
                    </a:cubicBezTo>
                    <a:cubicBezTo>
                      <a:pt x="1260" y="147"/>
                      <a:pt x="1253" y="149"/>
                      <a:pt x="1246" y="152"/>
                    </a:cubicBezTo>
                    <a:cubicBezTo>
                      <a:pt x="1064" y="274"/>
                      <a:pt x="851" y="486"/>
                      <a:pt x="639" y="517"/>
                    </a:cubicBezTo>
                    <a:cubicBezTo>
                      <a:pt x="426" y="517"/>
                      <a:pt x="213" y="243"/>
                      <a:pt x="6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258;p29"/>
              <p:cNvSpPr/>
              <p:nvPr/>
            </p:nvSpPr>
            <p:spPr>
              <a:xfrm>
                <a:off x="7415388" y="2439550"/>
                <a:ext cx="37650" cy="17975"/>
              </a:xfrm>
              <a:custGeom>
                <a:avLst/>
                <a:gdLst/>
                <a:ahLst/>
                <a:cxnLst/>
                <a:rect l="l" t="t" r="r" b="b"/>
                <a:pathLst>
                  <a:path w="1506" h="719" extrusionOk="0">
                    <a:moveTo>
                      <a:pt x="1483" y="0"/>
                    </a:moveTo>
                    <a:cubicBezTo>
                      <a:pt x="1468" y="0"/>
                      <a:pt x="1445" y="8"/>
                      <a:pt x="1430" y="23"/>
                    </a:cubicBezTo>
                    <a:cubicBezTo>
                      <a:pt x="1278" y="175"/>
                      <a:pt x="1095" y="418"/>
                      <a:pt x="852" y="479"/>
                    </a:cubicBezTo>
                    <a:cubicBezTo>
                      <a:pt x="578" y="479"/>
                      <a:pt x="305" y="418"/>
                      <a:pt x="62" y="327"/>
                    </a:cubicBezTo>
                    <a:cubicBezTo>
                      <a:pt x="31" y="327"/>
                      <a:pt x="1" y="327"/>
                      <a:pt x="31" y="358"/>
                    </a:cubicBezTo>
                    <a:cubicBezTo>
                      <a:pt x="202" y="577"/>
                      <a:pt x="471" y="718"/>
                      <a:pt x="759" y="718"/>
                    </a:cubicBezTo>
                    <a:cubicBezTo>
                      <a:pt x="830" y="718"/>
                      <a:pt x="902" y="710"/>
                      <a:pt x="974" y="692"/>
                    </a:cubicBezTo>
                    <a:cubicBezTo>
                      <a:pt x="1278" y="631"/>
                      <a:pt x="1490" y="358"/>
                      <a:pt x="1490" y="23"/>
                    </a:cubicBezTo>
                    <a:cubicBezTo>
                      <a:pt x="1506" y="8"/>
                      <a:pt x="1498" y="0"/>
                      <a:pt x="148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259;p29"/>
              <p:cNvSpPr/>
              <p:nvPr/>
            </p:nvSpPr>
            <p:spPr>
              <a:xfrm>
                <a:off x="7345113" y="2196575"/>
                <a:ext cx="93875" cy="220150"/>
              </a:xfrm>
              <a:custGeom>
                <a:avLst/>
                <a:gdLst/>
                <a:ahLst/>
                <a:cxnLst/>
                <a:rect l="l" t="t" r="r" b="b"/>
                <a:pathLst>
                  <a:path w="3755" h="8806" extrusionOk="0">
                    <a:moveTo>
                      <a:pt x="1560" y="1"/>
                    </a:moveTo>
                    <a:cubicBezTo>
                      <a:pt x="1537" y="1"/>
                      <a:pt x="1516" y="14"/>
                      <a:pt x="1505" y="46"/>
                    </a:cubicBezTo>
                    <a:cubicBezTo>
                      <a:pt x="684" y="2326"/>
                      <a:pt x="319" y="4940"/>
                      <a:pt x="16" y="7280"/>
                    </a:cubicBezTo>
                    <a:cubicBezTo>
                      <a:pt x="0" y="7349"/>
                      <a:pt x="56" y="7376"/>
                      <a:pt x="153" y="7376"/>
                    </a:cubicBezTo>
                    <a:cubicBezTo>
                      <a:pt x="437" y="7376"/>
                      <a:pt x="1072" y="7143"/>
                      <a:pt x="1231" y="7098"/>
                    </a:cubicBezTo>
                    <a:lnTo>
                      <a:pt x="1231" y="7098"/>
                    </a:lnTo>
                    <a:cubicBezTo>
                      <a:pt x="1231" y="7098"/>
                      <a:pt x="1049" y="8162"/>
                      <a:pt x="1049" y="8678"/>
                    </a:cubicBezTo>
                    <a:cubicBezTo>
                      <a:pt x="1049" y="8739"/>
                      <a:pt x="1171" y="8739"/>
                      <a:pt x="1353" y="8770"/>
                    </a:cubicBezTo>
                    <a:lnTo>
                      <a:pt x="1383" y="8770"/>
                    </a:lnTo>
                    <a:cubicBezTo>
                      <a:pt x="1523" y="8794"/>
                      <a:pt x="1664" y="8806"/>
                      <a:pt x="1804" y="8806"/>
                    </a:cubicBezTo>
                    <a:cubicBezTo>
                      <a:pt x="2546" y="8806"/>
                      <a:pt x="3268" y="8471"/>
                      <a:pt x="3754" y="7858"/>
                    </a:cubicBezTo>
                    <a:cubicBezTo>
                      <a:pt x="3754" y="7833"/>
                      <a:pt x="3734" y="7789"/>
                      <a:pt x="3695" y="7789"/>
                    </a:cubicBezTo>
                    <a:cubicBezTo>
                      <a:pt x="3685" y="7789"/>
                      <a:pt x="3675" y="7791"/>
                      <a:pt x="3663" y="7797"/>
                    </a:cubicBezTo>
                    <a:cubicBezTo>
                      <a:pt x="3096" y="8202"/>
                      <a:pt x="2409" y="8415"/>
                      <a:pt x="1709" y="8415"/>
                    </a:cubicBezTo>
                    <a:cubicBezTo>
                      <a:pt x="1621" y="8415"/>
                      <a:pt x="1532" y="8412"/>
                      <a:pt x="1444" y="8405"/>
                    </a:cubicBezTo>
                    <a:cubicBezTo>
                      <a:pt x="1414" y="8283"/>
                      <a:pt x="1778" y="6581"/>
                      <a:pt x="1687" y="6581"/>
                    </a:cubicBezTo>
                    <a:lnTo>
                      <a:pt x="1687" y="6581"/>
                    </a:lnTo>
                    <a:cubicBezTo>
                      <a:pt x="1292" y="6611"/>
                      <a:pt x="897" y="6703"/>
                      <a:pt x="532" y="6824"/>
                    </a:cubicBezTo>
                    <a:cubicBezTo>
                      <a:pt x="775" y="4545"/>
                      <a:pt x="1414" y="2356"/>
                      <a:pt x="1626" y="107"/>
                    </a:cubicBezTo>
                    <a:cubicBezTo>
                      <a:pt x="1646" y="47"/>
                      <a:pt x="1602" y="1"/>
                      <a:pt x="156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260;p29"/>
              <p:cNvSpPr/>
              <p:nvPr/>
            </p:nvSpPr>
            <p:spPr>
              <a:xfrm>
                <a:off x="7381963" y="2391475"/>
                <a:ext cx="64625" cy="4717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887" extrusionOk="0">
                    <a:moveTo>
                      <a:pt x="2250" y="1"/>
                    </a:moveTo>
                    <a:cubicBezTo>
                      <a:pt x="1611" y="518"/>
                      <a:pt x="821" y="822"/>
                      <a:pt x="1" y="852"/>
                    </a:cubicBezTo>
                    <a:cubicBezTo>
                      <a:pt x="304" y="1247"/>
                      <a:pt x="700" y="1581"/>
                      <a:pt x="1186" y="1794"/>
                    </a:cubicBezTo>
                    <a:cubicBezTo>
                      <a:pt x="1343" y="1853"/>
                      <a:pt x="1513" y="1887"/>
                      <a:pt x="1687" y="1887"/>
                    </a:cubicBezTo>
                    <a:cubicBezTo>
                      <a:pt x="1782" y="1887"/>
                      <a:pt x="1879" y="1877"/>
                      <a:pt x="1976" y="1855"/>
                    </a:cubicBezTo>
                    <a:cubicBezTo>
                      <a:pt x="2584" y="1703"/>
                      <a:pt x="2584" y="1156"/>
                      <a:pt x="2493" y="700"/>
                    </a:cubicBezTo>
                    <a:cubicBezTo>
                      <a:pt x="2432" y="457"/>
                      <a:pt x="2341" y="214"/>
                      <a:pt x="22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261;p29"/>
              <p:cNvSpPr/>
              <p:nvPr/>
            </p:nvSpPr>
            <p:spPr>
              <a:xfrm>
                <a:off x="7411588" y="2409725"/>
                <a:ext cx="35000" cy="2912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1165" extrusionOk="0">
                    <a:moveTo>
                      <a:pt x="1308" y="0"/>
                    </a:moveTo>
                    <a:lnTo>
                      <a:pt x="1308" y="0"/>
                    </a:lnTo>
                    <a:cubicBezTo>
                      <a:pt x="670" y="31"/>
                      <a:pt x="62" y="456"/>
                      <a:pt x="1" y="1064"/>
                    </a:cubicBezTo>
                    <a:cubicBezTo>
                      <a:pt x="143" y="1135"/>
                      <a:pt x="296" y="1165"/>
                      <a:pt x="453" y="1165"/>
                    </a:cubicBezTo>
                    <a:cubicBezTo>
                      <a:pt x="565" y="1165"/>
                      <a:pt x="678" y="1150"/>
                      <a:pt x="791" y="1125"/>
                    </a:cubicBezTo>
                    <a:cubicBezTo>
                      <a:pt x="1399" y="973"/>
                      <a:pt x="1399" y="456"/>
                      <a:pt x="1308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262;p29"/>
              <p:cNvSpPr/>
              <p:nvPr/>
            </p:nvSpPr>
            <p:spPr>
              <a:xfrm>
                <a:off x="7280138" y="1953750"/>
                <a:ext cx="547900" cy="416475"/>
              </a:xfrm>
              <a:custGeom>
                <a:avLst/>
                <a:gdLst/>
                <a:ahLst/>
                <a:cxnLst/>
                <a:rect l="l" t="t" r="r" b="b"/>
                <a:pathLst>
                  <a:path w="21916" h="16659" extrusionOk="0">
                    <a:moveTo>
                      <a:pt x="9678" y="1"/>
                    </a:moveTo>
                    <a:cubicBezTo>
                      <a:pt x="6519" y="1"/>
                      <a:pt x="3488" y="1073"/>
                      <a:pt x="2128" y="2829"/>
                    </a:cubicBezTo>
                    <a:cubicBezTo>
                      <a:pt x="0" y="5595"/>
                      <a:pt x="31" y="9729"/>
                      <a:pt x="31" y="9729"/>
                    </a:cubicBezTo>
                    <a:cubicBezTo>
                      <a:pt x="335" y="9030"/>
                      <a:pt x="791" y="7631"/>
                      <a:pt x="2979" y="5473"/>
                    </a:cubicBezTo>
                    <a:cubicBezTo>
                      <a:pt x="2979" y="5473"/>
                      <a:pt x="5016" y="10640"/>
                      <a:pt x="11764" y="11917"/>
                    </a:cubicBezTo>
                    <a:cubicBezTo>
                      <a:pt x="11460" y="11127"/>
                      <a:pt x="10973" y="9546"/>
                      <a:pt x="10882" y="9333"/>
                    </a:cubicBezTo>
                    <a:lnTo>
                      <a:pt x="10882" y="9333"/>
                    </a:lnTo>
                    <a:cubicBezTo>
                      <a:pt x="12068" y="10975"/>
                      <a:pt x="13679" y="12282"/>
                      <a:pt x="15533" y="13103"/>
                    </a:cubicBezTo>
                    <a:cubicBezTo>
                      <a:pt x="15654" y="14622"/>
                      <a:pt x="16566" y="15990"/>
                      <a:pt x="17964" y="16659"/>
                    </a:cubicBezTo>
                    <a:cubicBezTo>
                      <a:pt x="17964" y="16659"/>
                      <a:pt x="21916" y="7814"/>
                      <a:pt x="17539" y="3042"/>
                    </a:cubicBezTo>
                    <a:cubicBezTo>
                      <a:pt x="15614" y="913"/>
                      <a:pt x="12591" y="1"/>
                      <a:pt x="967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263;p29"/>
              <p:cNvSpPr/>
              <p:nvPr/>
            </p:nvSpPr>
            <p:spPr>
              <a:xfrm>
                <a:off x="7348538" y="2063775"/>
                <a:ext cx="183900" cy="191725"/>
              </a:xfrm>
              <a:custGeom>
                <a:avLst/>
                <a:gdLst/>
                <a:ahLst/>
                <a:cxnLst/>
                <a:rect l="l" t="t" r="r" b="b"/>
                <a:pathLst>
                  <a:path w="7356" h="7669" extrusionOk="0">
                    <a:moveTo>
                      <a:pt x="46" y="1"/>
                    </a:moveTo>
                    <a:cubicBezTo>
                      <a:pt x="23" y="1"/>
                      <a:pt x="0" y="24"/>
                      <a:pt x="0" y="69"/>
                    </a:cubicBezTo>
                    <a:cubicBezTo>
                      <a:pt x="30" y="981"/>
                      <a:pt x="213" y="1863"/>
                      <a:pt x="517" y="2714"/>
                    </a:cubicBezTo>
                    <a:cubicBezTo>
                      <a:pt x="882" y="3534"/>
                      <a:pt x="1368" y="4294"/>
                      <a:pt x="2006" y="4963"/>
                    </a:cubicBezTo>
                    <a:cubicBezTo>
                      <a:pt x="2553" y="5510"/>
                      <a:pt x="3222" y="5996"/>
                      <a:pt x="3921" y="6391"/>
                    </a:cubicBezTo>
                    <a:cubicBezTo>
                      <a:pt x="4985" y="6999"/>
                      <a:pt x="6170" y="7425"/>
                      <a:pt x="7356" y="7668"/>
                    </a:cubicBezTo>
                    <a:cubicBezTo>
                      <a:pt x="5471" y="7151"/>
                      <a:pt x="3769" y="6118"/>
                      <a:pt x="2432" y="4659"/>
                    </a:cubicBezTo>
                    <a:cubicBezTo>
                      <a:pt x="1854" y="4051"/>
                      <a:pt x="1368" y="3352"/>
                      <a:pt x="973" y="2622"/>
                    </a:cubicBezTo>
                    <a:cubicBezTo>
                      <a:pt x="517" y="1832"/>
                      <a:pt x="213" y="951"/>
                      <a:pt x="91" y="69"/>
                    </a:cubicBezTo>
                    <a:cubicBezTo>
                      <a:pt x="91" y="24"/>
                      <a:pt x="68" y="1"/>
                      <a:pt x="4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264;p29"/>
              <p:cNvSpPr/>
              <p:nvPr/>
            </p:nvSpPr>
            <p:spPr>
              <a:xfrm>
                <a:off x="7682113" y="2294775"/>
                <a:ext cx="147450" cy="165450"/>
              </a:xfrm>
              <a:custGeom>
                <a:avLst/>
                <a:gdLst/>
                <a:ahLst/>
                <a:cxnLst/>
                <a:rect l="l" t="t" r="r" b="b"/>
                <a:pathLst>
                  <a:path w="5898" h="6618" extrusionOk="0">
                    <a:moveTo>
                      <a:pt x="3887" y="1"/>
                    </a:moveTo>
                    <a:cubicBezTo>
                      <a:pt x="2417" y="1"/>
                      <a:pt x="609" y="2653"/>
                      <a:pt x="609" y="2653"/>
                    </a:cubicBezTo>
                    <a:lnTo>
                      <a:pt x="1" y="5510"/>
                    </a:lnTo>
                    <a:cubicBezTo>
                      <a:pt x="292" y="6204"/>
                      <a:pt x="962" y="6618"/>
                      <a:pt x="1671" y="6618"/>
                    </a:cubicBezTo>
                    <a:cubicBezTo>
                      <a:pt x="1925" y="6618"/>
                      <a:pt x="2184" y="6565"/>
                      <a:pt x="2432" y="6452"/>
                    </a:cubicBezTo>
                    <a:cubicBezTo>
                      <a:pt x="4195" y="5784"/>
                      <a:pt x="5898" y="951"/>
                      <a:pt x="4408" y="130"/>
                    </a:cubicBezTo>
                    <a:cubicBezTo>
                      <a:pt x="4242" y="41"/>
                      <a:pt x="4067" y="1"/>
                      <a:pt x="3887" y="1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265;p29"/>
              <p:cNvSpPr/>
              <p:nvPr/>
            </p:nvSpPr>
            <p:spPr>
              <a:xfrm>
                <a:off x="7705963" y="2332225"/>
                <a:ext cx="74200" cy="1035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4140" extrusionOk="0">
                    <a:moveTo>
                      <a:pt x="2937" y="0"/>
                    </a:moveTo>
                    <a:cubicBezTo>
                      <a:pt x="1235" y="182"/>
                      <a:pt x="19" y="2401"/>
                      <a:pt x="19" y="3982"/>
                    </a:cubicBezTo>
                    <a:lnTo>
                      <a:pt x="19" y="4012"/>
                    </a:lnTo>
                    <a:cubicBezTo>
                      <a:pt x="1" y="4087"/>
                      <a:pt x="63" y="4139"/>
                      <a:pt x="128" y="4139"/>
                    </a:cubicBezTo>
                    <a:cubicBezTo>
                      <a:pt x="168" y="4139"/>
                      <a:pt x="209" y="4119"/>
                      <a:pt x="232" y="4073"/>
                    </a:cubicBezTo>
                    <a:cubicBezTo>
                      <a:pt x="415" y="3708"/>
                      <a:pt x="597" y="3374"/>
                      <a:pt x="810" y="3070"/>
                    </a:cubicBezTo>
                    <a:cubicBezTo>
                      <a:pt x="1035" y="2800"/>
                      <a:pt x="1359" y="2647"/>
                      <a:pt x="1685" y="2647"/>
                    </a:cubicBezTo>
                    <a:cubicBezTo>
                      <a:pt x="1800" y="2647"/>
                      <a:pt x="1915" y="2666"/>
                      <a:pt x="2026" y="2705"/>
                    </a:cubicBezTo>
                    <a:cubicBezTo>
                      <a:pt x="2086" y="2705"/>
                      <a:pt x="2117" y="2644"/>
                      <a:pt x="2086" y="2644"/>
                    </a:cubicBezTo>
                    <a:cubicBezTo>
                      <a:pt x="1856" y="2480"/>
                      <a:pt x="1645" y="2410"/>
                      <a:pt x="1452" y="2410"/>
                    </a:cubicBezTo>
                    <a:cubicBezTo>
                      <a:pt x="1112" y="2410"/>
                      <a:pt x="830" y="2627"/>
                      <a:pt x="597" y="2918"/>
                    </a:cubicBezTo>
                    <a:cubicBezTo>
                      <a:pt x="1023" y="1733"/>
                      <a:pt x="1691" y="547"/>
                      <a:pt x="2937" y="61"/>
                    </a:cubicBezTo>
                    <a:cubicBezTo>
                      <a:pt x="2968" y="30"/>
                      <a:pt x="2968" y="0"/>
                      <a:pt x="293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266;p29"/>
              <p:cNvSpPr/>
              <p:nvPr/>
            </p:nvSpPr>
            <p:spPr>
              <a:xfrm>
                <a:off x="7706438" y="2431000"/>
                <a:ext cx="44100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518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217"/>
                      <a:pt x="383" y="1517"/>
                      <a:pt x="770" y="1517"/>
                    </a:cubicBezTo>
                    <a:cubicBezTo>
                      <a:pt x="951" y="1517"/>
                      <a:pt x="1132" y="1452"/>
                      <a:pt x="1277" y="1307"/>
                    </a:cubicBezTo>
                    <a:cubicBezTo>
                      <a:pt x="1763" y="821"/>
                      <a:pt x="1429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267;p29"/>
              <p:cNvSpPr/>
              <p:nvPr/>
            </p:nvSpPr>
            <p:spPr>
              <a:xfrm>
                <a:off x="7336363" y="2645050"/>
                <a:ext cx="452925" cy="283375"/>
              </a:xfrm>
              <a:custGeom>
                <a:avLst/>
                <a:gdLst/>
                <a:ahLst/>
                <a:cxnLst/>
                <a:rect l="l" t="t" r="r" b="b"/>
                <a:pathLst>
                  <a:path w="18117" h="11335" extrusionOk="0">
                    <a:moveTo>
                      <a:pt x="11440" y="0"/>
                    </a:moveTo>
                    <a:cubicBezTo>
                      <a:pt x="11209" y="0"/>
                      <a:pt x="10972" y="13"/>
                      <a:pt x="10730" y="40"/>
                    </a:cubicBezTo>
                    <a:cubicBezTo>
                      <a:pt x="6931" y="436"/>
                      <a:pt x="2159" y="4691"/>
                      <a:pt x="2159" y="4691"/>
                    </a:cubicBezTo>
                    <a:cubicBezTo>
                      <a:pt x="2159" y="4691"/>
                      <a:pt x="1" y="10861"/>
                      <a:pt x="3922" y="11317"/>
                    </a:cubicBezTo>
                    <a:cubicBezTo>
                      <a:pt x="4029" y="11329"/>
                      <a:pt x="4140" y="11334"/>
                      <a:pt x="4256" y="11334"/>
                    </a:cubicBezTo>
                    <a:cubicBezTo>
                      <a:pt x="8395" y="11334"/>
                      <a:pt x="18117" y="4144"/>
                      <a:pt x="18117" y="4144"/>
                    </a:cubicBezTo>
                    <a:cubicBezTo>
                      <a:pt x="18117" y="4144"/>
                      <a:pt x="15581" y="0"/>
                      <a:pt x="11440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268;p29"/>
              <p:cNvSpPr/>
              <p:nvPr/>
            </p:nvSpPr>
            <p:spPr>
              <a:xfrm>
                <a:off x="6663913" y="2805550"/>
                <a:ext cx="1191500" cy="1131575"/>
              </a:xfrm>
              <a:custGeom>
                <a:avLst/>
                <a:gdLst/>
                <a:ahLst/>
                <a:cxnLst/>
                <a:rect l="l" t="t" r="r" b="b"/>
                <a:pathLst>
                  <a:path w="47660" h="45263" extrusionOk="0">
                    <a:moveTo>
                      <a:pt x="45187" y="0"/>
                    </a:moveTo>
                    <a:cubicBezTo>
                      <a:pt x="44045" y="0"/>
                      <a:pt x="42465" y="1352"/>
                      <a:pt x="40364" y="5171"/>
                    </a:cubicBezTo>
                    <a:cubicBezTo>
                      <a:pt x="36443" y="12344"/>
                      <a:pt x="29634" y="23469"/>
                      <a:pt x="28783" y="24107"/>
                    </a:cubicBezTo>
                    <a:cubicBezTo>
                      <a:pt x="27567" y="25049"/>
                      <a:pt x="3494" y="25718"/>
                      <a:pt x="1731" y="27511"/>
                    </a:cubicBezTo>
                    <a:cubicBezTo>
                      <a:pt x="0" y="29303"/>
                      <a:pt x="3063" y="44928"/>
                      <a:pt x="5433" y="44928"/>
                    </a:cubicBezTo>
                    <a:cubicBezTo>
                      <a:pt x="5435" y="44928"/>
                      <a:pt x="5437" y="44928"/>
                      <a:pt x="5439" y="44928"/>
                    </a:cubicBezTo>
                    <a:cubicBezTo>
                      <a:pt x="10880" y="44837"/>
                      <a:pt x="30637" y="45262"/>
                      <a:pt x="39057" y="39092"/>
                    </a:cubicBezTo>
                    <a:cubicBezTo>
                      <a:pt x="43252" y="36022"/>
                      <a:pt x="47659" y="13134"/>
                      <a:pt x="47659" y="5505"/>
                    </a:cubicBezTo>
                    <a:cubicBezTo>
                      <a:pt x="47659" y="3170"/>
                      <a:pt x="46936" y="0"/>
                      <a:pt x="45187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269;p29"/>
              <p:cNvSpPr/>
              <p:nvPr/>
            </p:nvSpPr>
            <p:spPr>
              <a:xfrm>
                <a:off x="5926763" y="3443575"/>
                <a:ext cx="985600" cy="524350"/>
              </a:xfrm>
              <a:custGeom>
                <a:avLst/>
                <a:gdLst/>
                <a:ahLst/>
                <a:cxnLst/>
                <a:rect l="l" t="t" r="r" b="b"/>
                <a:pathLst>
                  <a:path w="39424" h="20974" extrusionOk="0">
                    <a:moveTo>
                      <a:pt x="21253" y="1"/>
                    </a:moveTo>
                    <a:cubicBezTo>
                      <a:pt x="18821" y="1"/>
                      <a:pt x="15996" y="214"/>
                      <a:pt x="14560" y="775"/>
                    </a:cubicBezTo>
                    <a:cubicBezTo>
                      <a:pt x="11612" y="1899"/>
                      <a:pt x="1" y="8526"/>
                      <a:pt x="1521" y="11352"/>
                    </a:cubicBezTo>
                    <a:cubicBezTo>
                      <a:pt x="1956" y="12157"/>
                      <a:pt x="2600" y="12434"/>
                      <a:pt x="3282" y="12434"/>
                    </a:cubicBezTo>
                    <a:cubicBezTo>
                      <a:pt x="4345" y="12434"/>
                      <a:pt x="5499" y="11758"/>
                      <a:pt x="6085" y="11361"/>
                    </a:cubicBezTo>
                    <a:lnTo>
                      <a:pt x="6085" y="11361"/>
                    </a:lnTo>
                    <a:cubicBezTo>
                      <a:pt x="5098" y="12119"/>
                      <a:pt x="2701" y="14254"/>
                      <a:pt x="4469" y="15972"/>
                    </a:cubicBezTo>
                    <a:cubicBezTo>
                      <a:pt x="4917" y="16408"/>
                      <a:pt x="5453" y="16581"/>
                      <a:pt x="6022" y="16581"/>
                    </a:cubicBezTo>
                    <a:cubicBezTo>
                      <a:pt x="6997" y="16581"/>
                      <a:pt x="8069" y="16073"/>
                      <a:pt x="8963" y="15504"/>
                    </a:cubicBezTo>
                    <a:lnTo>
                      <a:pt x="8963" y="15504"/>
                    </a:lnTo>
                    <a:cubicBezTo>
                      <a:pt x="8104" y="16420"/>
                      <a:pt x="7556" y="17603"/>
                      <a:pt x="8846" y="18647"/>
                    </a:cubicBezTo>
                    <a:cubicBezTo>
                      <a:pt x="9221" y="18950"/>
                      <a:pt x="9692" y="19075"/>
                      <a:pt x="10214" y="19075"/>
                    </a:cubicBezTo>
                    <a:cubicBezTo>
                      <a:pt x="11255" y="19075"/>
                      <a:pt x="12501" y="18575"/>
                      <a:pt x="13604" y="17990"/>
                    </a:cubicBezTo>
                    <a:lnTo>
                      <a:pt x="13604" y="17990"/>
                    </a:lnTo>
                    <a:cubicBezTo>
                      <a:pt x="12887" y="18718"/>
                      <a:pt x="12532" y="19579"/>
                      <a:pt x="13375" y="20410"/>
                    </a:cubicBezTo>
                    <a:cubicBezTo>
                      <a:pt x="13773" y="20809"/>
                      <a:pt x="14375" y="20973"/>
                      <a:pt x="15098" y="20973"/>
                    </a:cubicBezTo>
                    <a:cubicBezTo>
                      <a:pt x="18506" y="20973"/>
                      <a:pt x="24591" y="17310"/>
                      <a:pt x="24591" y="17310"/>
                    </a:cubicBezTo>
                    <a:cubicBezTo>
                      <a:pt x="29329" y="18889"/>
                      <a:pt x="32684" y="19427"/>
                      <a:pt x="36170" y="19427"/>
                    </a:cubicBezTo>
                    <a:cubicBezTo>
                      <a:pt x="36978" y="19427"/>
                      <a:pt x="37793" y="19398"/>
                      <a:pt x="38634" y="19346"/>
                    </a:cubicBezTo>
                    <a:cubicBezTo>
                      <a:pt x="39424" y="19286"/>
                      <a:pt x="35412" y="1139"/>
                      <a:pt x="35412" y="1139"/>
                    </a:cubicBezTo>
                    <a:cubicBezTo>
                      <a:pt x="35412" y="1139"/>
                      <a:pt x="28299" y="349"/>
                      <a:pt x="23618" y="76"/>
                    </a:cubicBezTo>
                    <a:cubicBezTo>
                      <a:pt x="22933" y="28"/>
                      <a:pt x="22118" y="1"/>
                      <a:pt x="21253" y="1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270;p29"/>
              <p:cNvSpPr/>
              <p:nvPr/>
            </p:nvSpPr>
            <p:spPr>
              <a:xfrm>
                <a:off x="6145613" y="3678575"/>
                <a:ext cx="220950" cy="159975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6399" extrusionOk="0">
                    <a:moveTo>
                      <a:pt x="8749" y="1"/>
                    </a:moveTo>
                    <a:cubicBezTo>
                      <a:pt x="8741" y="1"/>
                      <a:pt x="8733" y="3"/>
                      <a:pt x="8724" y="7"/>
                    </a:cubicBezTo>
                    <a:cubicBezTo>
                      <a:pt x="7934" y="524"/>
                      <a:pt x="7022" y="949"/>
                      <a:pt x="6262" y="1405"/>
                    </a:cubicBezTo>
                    <a:cubicBezTo>
                      <a:pt x="5502" y="1861"/>
                      <a:pt x="4773" y="2317"/>
                      <a:pt x="4043" y="2834"/>
                    </a:cubicBezTo>
                    <a:cubicBezTo>
                      <a:pt x="3283" y="3381"/>
                      <a:pt x="2584" y="3958"/>
                      <a:pt x="1916" y="4566"/>
                    </a:cubicBezTo>
                    <a:lnTo>
                      <a:pt x="882" y="5509"/>
                    </a:lnTo>
                    <a:cubicBezTo>
                      <a:pt x="548" y="5752"/>
                      <a:pt x="274" y="6025"/>
                      <a:pt x="1" y="6329"/>
                    </a:cubicBezTo>
                    <a:cubicBezTo>
                      <a:pt x="1" y="6354"/>
                      <a:pt x="21" y="6398"/>
                      <a:pt x="44" y="6398"/>
                    </a:cubicBezTo>
                    <a:cubicBezTo>
                      <a:pt x="50" y="6398"/>
                      <a:pt x="56" y="6396"/>
                      <a:pt x="61" y="6390"/>
                    </a:cubicBezTo>
                    <a:cubicBezTo>
                      <a:pt x="426" y="6177"/>
                      <a:pt x="761" y="5934"/>
                      <a:pt x="1065" y="5630"/>
                    </a:cubicBezTo>
                    <a:cubicBezTo>
                      <a:pt x="1429" y="5357"/>
                      <a:pt x="1764" y="5083"/>
                      <a:pt x="2128" y="4840"/>
                    </a:cubicBezTo>
                    <a:cubicBezTo>
                      <a:pt x="2858" y="4323"/>
                      <a:pt x="3587" y="3867"/>
                      <a:pt x="4317" y="3320"/>
                    </a:cubicBezTo>
                    <a:cubicBezTo>
                      <a:pt x="5046" y="2773"/>
                      <a:pt x="5776" y="2226"/>
                      <a:pt x="6505" y="1709"/>
                    </a:cubicBezTo>
                    <a:cubicBezTo>
                      <a:pt x="7235" y="1132"/>
                      <a:pt x="7995" y="584"/>
                      <a:pt x="8785" y="98"/>
                    </a:cubicBezTo>
                    <a:cubicBezTo>
                      <a:pt x="8837" y="72"/>
                      <a:pt x="8800" y="1"/>
                      <a:pt x="874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271;p29"/>
              <p:cNvSpPr/>
              <p:nvPr/>
            </p:nvSpPr>
            <p:spPr>
              <a:xfrm>
                <a:off x="6066113" y="3588875"/>
                <a:ext cx="208575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8343" h="6013" extrusionOk="0">
                    <a:moveTo>
                      <a:pt x="8304" y="0"/>
                    </a:moveTo>
                    <a:cubicBezTo>
                      <a:pt x="8298" y="0"/>
                      <a:pt x="8293" y="3"/>
                      <a:pt x="8287" y="8"/>
                    </a:cubicBezTo>
                    <a:cubicBezTo>
                      <a:pt x="6737" y="707"/>
                      <a:pt x="5248" y="1558"/>
                      <a:pt x="3880" y="2562"/>
                    </a:cubicBezTo>
                    <a:cubicBezTo>
                      <a:pt x="3181" y="3078"/>
                      <a:pt x="506" y="5236"/>
                      <a:pt x="50" y="5875"/>
                    </a:cubicBezTo>
                    <a:cubicBezTo>
                      <a:pt x="1" y="5924"/>
                      <a:pt x="31" y="6013"/>
                      <a:pt x="93" y="6013"/>
                    </a:cubicBezTo>
                    <a:cubicBezTo>
                      <a:pt x="107" y="6013"/>
                      <a:pt x="124" y="6008"/>
                      <a:pt x="141" y="5996"/>
                    </a:cubicBezTo>
                    <a:cubicBezTo>
                      <a:pt x="506" y="5814"/>
                      <a:pt x="3485" y="3534"/>
                      <a:pt x="4184" y="3048"/>
                    </a:cubicBezTo>
                    <a:cubicBezTo>
                      <a:pt x="5582" y="2075"/>
                      <a:pt x="6950" y="1103"/>
                      <a:pt x="8318" y="99"/>
                    </a:cubicBezTo>
                    <a:cubicBezTo>
                      <a:pt x="8342" y="50"/>
                      <a:pt x="8327" y="0"/>
                      <a:pt x="830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272;p29"/>
              <p:cNvSpPr/>
              <p:nvPr/>
            </p:nvSpPr>
            <p:spPr>
              <a:xfrm>
                <a:off x="6258838" y="3764450"/>
                <a:ext cx="204225" cy="133150"/>
              </a:xfrm>
              <a:custGeom>
                <a:avLst/>
                <a:gdLst/>
                <a:ahLst/>
                <a:cxnLst/>
                <a:rect l="l" t="t" r="r" b="b"/>
                <a:pathLst>
                  <a:path w="8169" h="5326" extrusionOk="0">
                    <a:moveTo>
                      <a:pt x="8081" y="1"/>
                    </a:moveTo>
                    <a:cubicBezTo>
                      <a:pt x="8073" y="1"/>
                      <a:pt x="8064" y="2"/>
                      <a:pt x="8056" y="7"/>
                    </a:cubicBezTo>
                    <a:cubicBezTo>
                      <a:pt x="6566" y="615"/>
                      <a:pt x="5077" y="1344"/>
                      <a:pt x="3679" y="2165"/>
                    </a:cubicBezTo>
                    <a:cubicBezTo>
                      <a:pt x="2402" y="3107"/>
                      <a:pt x="1186" y="4110"/>
                      <a:pt x="31" y="5204"/>
                    </a:cubicBezTo>
                    <a:cubicBezTo>
                      <a:pt x="1" y="5235"/>
                      <a:pt x="61" y="5326"/>
                      <a:pt x="92" y="5326"/>
                    </a:cubicBezTo>
                    <a:cubicBezTo>
                      <a:pt x="761" y="4961"/>
                      <a:pt x="3283" y="3046"/>
                      <a:pt x="3952" y="2621"/>
                    </a:cubicBezTo>
                    <a:cubicBezTo>
                      <a:pt x="5320" y="1709"/>
                      <a:pt x="6718" y="919"/>
                      <a:pt x="8116" y="98"/>
                    </a:cubicBezTo>
                    <a:cubicBezTo>
                      <a:pt x="8169" y="72"/>
                      <a:pt x="8131" y="1"/>
                      <a:pt x="808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273;p29"/>
              <p:cNvSpPr/>
              <p:nvPr/>
            </p:nvSpPr>
            <p:spPr>
              <a:xfrm>
                <a:off x="6769488" y="2792500"/>
                <a:ext cx="1119650" cy="1165150"/>
              </a:xfrm>
              <a:custGeom>
                <a:avLst/>
                <a:gdLst/>
                <a:ahLst/>
                <a:cxnLst/>
                <a:rect l="l" t="t" r="r" b="b"/>
                <a:pathLst>
                  <a:path w="44786" h="46606" extrusionOk="0">
                    <a:moveTo>
                      <a:pt x="40596" y="0"/>
                    </a:moveTo>
                    <a:cubicBezTo>
                      <a:pt x="39396" y="0"/>
                      <a:pt x="38060" y="1028"/>
                      <a:pt x="36931" y="2987"/>
                    </a:cubicBezTo>
                    <a:cubicBezTo>
                      <a:pt x="33588" y="8763"/>
                      <a:pt x="25168" y="23656"/>
                      <a:pt x="24408" y="24052"/>
                    </a:cubicBezTo>
                    <a:cubicBezTo>
                      <a:pt x="23618" y="24416"/>
                      <a:pt x="1" y="25936"/>
                      <a:pt x="1" y="25936"/>
                    </a:cubicBezTo>
                    <a:lnTo>
                      <a:pt x="6475" y="46605"/>
                    </a:lnTo>
                    <a:cubicBezTo>
                      <a:pt x="19849" y="46514"/>
                      <a:pt x="32919" y="42715"/>
                      <a:pt x="36506" y="39037"/>
                    </a:cubicBezTo>
                    <a:cubicBezTo>
                      <a:pt x="39454" y="35997"/>
                      <a:pt x="41582" y="25784"/>
                      <a:pt x="43497" y="12623"/>
                    </a:cubicBezTo>
                    <a:cubicBezTo>
                      <a:pt x="44786" y="3963"/>
                      <a:pt x="42952" y="0"/>
                      <a:pt x="40596" y="0"/>
                    </a:cubicBez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274;p29"/>
              <p:cNvSpPr/>
              <p:nvPr/>
            </p:nvSpPr>
            <p:spPr>
              <a:xfrm>
                <a:off x="7425288" y="3546525"/>
                <a:ext cx="14450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314" extrusionOk="0">
                    <a:moveTo>
                      <a:pt x="517" y="0"/>
                    </a:moveTo>
                    <a:cubicBezTo>
                      <a:pt x="304" y="517"/>
                      <a:pt x="182" y="1094"/>
                      <a:pt x="91" y="1642"/>
                    </a:cubicBezTo>
                    <a:cubicBezTo>
                      <a:pt x="30" y="2189"/>
                      <a:pt x="0" y="2766"/>
                      <a:pt x="61" y="3313"/>
                    </a:cubicBezTo>
                    <a:cubicBezTo>
                      <a:pt x="274" y="2797"/>
                      <a:pt x="395" y="2249"/>
                      <a:pt x="486" y="1702"/>
                    </a:cubicBezTo>
                    <a:cubicBezTo>
                      <a:pt x="578" y="1125"/>
                      <a:pt x="578" y="578"/>
                      <a:pt x="5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275;p29"/>
              <p:cNvSpPr/>
              <p:nvPr/>
            </p:nvSpPr>
            <p:spPr>
              <a:xfrm>
                <a:off x="7098513" y="3842125"/>
                <a:ext cx="1447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3314" extrusionOk="0">
                    <a:moveTo>
                      <a:pt x="518" y="0"/>
                    </a:moveTo>
                    <a:lnTo>
                      <a:pt x="518" y="0"/>
                    </a:lnTo>
                    <a:cubicBezTo>
                      <a:pt x="335" y="517"/>
                      <a:pt x="183" y="1064"/>
                      <a:pt x="122" y="1641"/>
                    </a:cubicBezTo>
                    <a:cubicBezTo>
                      <a:pt x="31" y="2189"/>
                      <a:pt x="1" y="2766"/>
                      <a:pt x="62" y="3313"/>
                    </a:cubicBezTo>
                    <a:cubicBezTo>
                      <a:pt x="274" y="2796"/>
                      <a:pt x="426" y="2249"/>
                      <a:pt x="487" y="1672"/>
                    </a:cubicBezTo>
                    <a:cubicBezTo>
                      <a:pt x="578" y="1125"/>
                      <a:pt x="578" y="547"/>
                      <a:pt x="5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276;p29"/>
              <p:cNvSpPr/>
              <p:nvPr/>
            </p:nvSpPr>
            <p:spPr>
              <a:xfrm>
                <a:off x="7604613" y="3092850"/>
                <a:ext cx="15225" cy="8287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315" extrusionOk="0">
                    <a:moveTo>
                      <a:pt x="517" y="1"/>
                    </a:moveTo>
                    <a:cubicBezTo>
                      <a:pt x="304" y="518"/>
                      <a:pt x="152" y="1065"/>
                      <a:pt x="92" y="1642"/>
                    </a:cubicBezTo>
                    <a:cubicBezTo>
                      <a:pt x="0" y="2189"/>
                      <a:pt x="0" y="2767"/>
                      <a:pt x="61" y="3314"/>
                    </a:cubicBezTo>
                    <a:cubicBezTo>
                      <a:pt x="456" y="2281"/>
                      <a:pt x="608" y="1126"/>
                      <a:pt x="5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277;p29"/>
              <p:cNvSpPr/>
              <p:nvPr/>
            </p:nvSpPr>
            <p:spPr>
              <a:xfrm>
                <a:off x="7617538" y="3565225"/>
                <a:ext cx="82850" cy="13100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24" extrusionOk="0">
                    <a:moveTo>
                      <a:pt x="754" y="0"/>
                    </a:moveTo>
                    <a:cubicBezTo>
                      <a:pt x="498" y="0"/>
                      <a:pt x="246" y="15"/>
                      <a:pt x="0" y="42"/>
                    </a:cubicBezTo>
                    <a:cubicBezTo>
                      <a:pt x="865" y="363"/>
                      <a:pt x="1769" y="524"/>
                      <a:pt x="2681" y="524"/>
                    </a:cubicBezTo>
                    <a:cubicBezTo>
                      <a:pt x="2892" y="524"/>
                      <a:pt x="3102" y="515"/>
                      <a:pt x="3313" y="498"/>
                    </a:cubicBezTo>
                    <a:cubicBezTo>
                      <a:pt x="2797" y="286"/>
                      <a:pt x="2249" y="164"/>
                      <a:pt x="1702" y="73"/>
                    </a:cubicBezTo>
                    <a:cubicBezTo>
                      <a:pt x="1384" y="23"/>
                      <a:pt x="1066" y="0"/>
                      <a:pt x="7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278;p29"/>
              <p:cNvSpPr/>
              <p:nvPr/>
            </p:nvSpPr>
            <p:spPr>
              <a:xfrm>
                <a:off x="7049888" y="3581450"/>
                <a:ext cx="8362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3345" h="531" extrusionOk="0">
                    <a:moveTo>
                      <a:pt x="606" y="0"/>
                    </a:moveTo>
                    <a:cubicBezTo>
                      <a:pt x="406" y="0"/>
                      <a:pt x="205" y="10"/>
                      <a:pt x="1" y="32"/>
                    </a:cubicBezTo>
                    <a:cubicBezTo>
                      <a:pt x="548" y="245"/>
                      <a:pt x="1095" y="396"/>
                      <a:pt x="1642" y="457"/>
                    </a:cubicBezTo>
                    <a:cubicBezTo>
                      <a:pt x="1943" y="507"/>
                      <a:pt x="2254" y="530"/>
                      <a:pt x="2568" y="530"/>
                    </a:cubicBezTo>
                    <a:cubicBezTo>
                      <a:pt x="2825" y="530"/>
                      <a:pt x="3085" y="515"/>
                      <a:pt x="3344" y="488"/>
                    </a:cubicBezTo>
                    <a:cubicBezTo>
                      <a:pt x="2797" y="305"/>
                      <a:pt x="2250" y="153"/>
                      <a:pt x="1703" y="93"/>
                    </a:cubicBezTo>
                    <a:cubicBezTo>
                      <a:pt x="1330" y="34"/>
                      <a:pt x="970" y="0"/>
                      <a:pt x="6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279;p29"/>
              <p:cNvSpPr/>
              <p:nvPr/>
            </p:nvSpPr>
            <p:spPr>
              <a:xfrm>
                <a:off x="7530138" y="3784350"/>
                <a:ext cx="66900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59" y="244"/>
                      <a:pt x="1672" y="518"/>
                      <a:pt x="1217" y="882"/>
                    </a:cubicBezTo>
                    <a:cubicBezTo>
                      <a:pt x="761" y="1186"/>
                      <a:pt x="335" y="1582"/>
                      <a:pt x="1" y="2037"/>
                    </a:cubicBezTo>
                    <a:cubicBezTo>
                      <a:pt x="1034" y="1551"/>
                      <a:pt x="1946" y="882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280;p29"/>
              <p:cNvSpPr/>
              <p:nvPr/>
            </p:nvSpPr>
            <p:spPr>
              <a:xfrm>
                <a:off x="6848513" y="3477375"/>
                <a:ext cx="669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07" extrusionOk="0">
                    <a:moveTo>
                      <a:pt x="2676" y="0"/>
                    </a:moveTo>
                    <a:cubicBezTo>
                      <a:pt x="2159" y="213"/>
                      <a:pt x="1672" y="517"/>
                      <a:pt x="1247" y="851"/>
                    </a:cubicBezTo>
                    <a:cubicBezTo>
                      <a:pt x="791" y="1186"/>
                      <a:pt x="365" y="1581"/>
                      <a:pt x="1" y="2006"/>
                    </a:cubicBezTo>
                    <a:cubicBezTo>
                      <a:pt x="517" y="1793"/>
                      <a:pt x="1004" y="1520"/>
                      <a:pt x="1460" y="1155"/>
                    </a:cubicBezTo>
                    <a:cubicBezTo>
                      <a:pt x="1916" y="821"/>
                      <a:pt x="2341" y="426"/>
                      <a:pt x="26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281;p29"/>
              <p:cNvSpPr/>
              <p:nvPr/>
            </p:nvSpPr>
            <p:spPr>
              <a:xfrm>
                <a:off x="7402488" y="3316275"/>
                <a:ext cx="57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855" extrusionOk="0">
                    <a:moveTo>
                      <a:pt x="2310" y="0"/>
                    </a:moveTo>
                    <a:cubicBezTo>
                      <a:pt x="1794" y="213"/>
                      <a:pt x="1307" y="517"/>
                      <a:pt x="882" y="882"/>
                    </a:cubicBezTo>
                    <a:cubicBezTo>
                      <a:pt x="699" y="973"/>
                      <a:pt x="547" y="1125"/>
                      <a:pt x="395" y="1247"/>
                    </a:cubicBezTo>
                    <a:cubicBezTo>
                      <a:pt x="243" y="1459"/>
                      <a:pt x="122" y="1672"/>
                      <a:pt x="0" y="1854"/>
                    </a:cubicBezTo>
                    <a:cubicBezTo>
                      <a:pt x="395" y="1642"/>
                      <a:pt x="760" y="1429"/>
                      <a:pt x="1094" y="1155"/>
                    </a:cubicBezTo>
                    <a:cubicBezTo>
                      <a:pt x="1550" y="821"/>
                      <a:pt x="1976" y="426"/>
                      <a:pt x="23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282;p29"/>
              <p:cNvSpPr/>
              <p:nvPr/>
            </p:nvSpPr>
            <p:spPr>
              <a:xfrm>
                <a:off x="7837138" y="3062475"/>
                <a:ext cx="251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004" extrusionOk="0">
                    <a:moveTo>
                      <a:pt x="1004" y="0"/>
                    </a:moveTo>
                    <a:lnTo>
                      <a:pt x="1004" y="0"/>
                    </a:lnTo>
                    <a:cubicBezTo>
                      <a:pt x="639" y="304"/>
                      <a:pt x="304" y="638"/>
                      <a:pt x="1" y="1003"/>
                    </a:cubicBezTo>
                    <a:cubicBezTo>
                      <a:pt x="335" y="851"/>
                      <a:pt x="669" y="699"/>
                      <a:pt x="973" y="486"/>
                    </a:cubicBezTo>
                    <a:cubicBezTo>
                      <a:pt x="973" y="304"/>
                      <a:pt x="1004" y="152"/>
                      <a:pt x="10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283;p29"/>
              <p:cNvSpPr/>
              <p:nvPr/>
            </p:nvSpPr>
            <p:spPr>
              <a:xfrm>
                <a:off x="7242913" y="3700775"/>
                <a:ext cx="66875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2007" extrusionOk="0">
                    <a:moveTo>
                      <a:pt x="2675" y="0"/>
                    </a:moveTo>
                    <a:lnTo>
                      <a:pt x="2675" y="0"/>
                    </a:lnTo>
                    <a:cubicBezTo>
                      <a:pt x="2158" y="213"/>
                      <a:pt x="1672" y="487"/>
                      <a:pt x="1216" y="852"/>
                    </a:cubicBezTo>
                    <a:cubicBezTo>
                      <a:pt x="760" y="1186"/>
                      <a:pt x="365" y="1581"/>
                      <a:pt x="0" y="2007"/>
                    </a:cubicBezTo>
                    <a:cubicBezTo>
                      <a:pt x="517" y="1794"/>
                      <a:pt x="1003" y="1490"/>
                      <a:pt x="1459" y="1155"/>
                    </a:cubicBezTo>
                    <a:cubicBezTo>
                      <a:pt x="1915" y="821"/>
                      <a:pt x="2310" y="426"/>
                      <a:pt x="2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284;p29"/>
              <p:cNvSpPr/>
              <p:nvPr/>
            </p:nvSpPr>
            <p:spPr>
              <a:xfrm>
                <a:off x="7233013" y="3424175"/>
                <a:ext cx="50950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76" extrusionOk="0">
                    <a:moveTo>
                      <a:pt x="1" y="0"/>
                    </a:moveTo>
                    <a:lnTo>
                      <a:pt x="1" y="31"/>
                    </a:lnTo>
                    <a:cubicBezTo>
                      <a:pt x="457" y="1064"/>
                      <a:pt x="1156" y="1976"/>
                      <a:pt x="2037" y="2675"/>
                    </a:cubicBezTo>
                    <a:cubicBezTo>
                      <a:pt x="1794" y="2159"/>
                      <a:pt x="1521" y="1672"/>
                      <a:pt x="1156" y="1247"/>
                    </a:cubicBezTo>
                    <a:cubicBezTo>
                      <a:pt x="822" y="791"/>
                      <a:pt x="426" y="365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285;p29"/>
              <p:cNvSpPr/>
              <p:nvPr/>
            </p:nvSpPr>
            <p:spPr>
              <a:xfrm>
                <a:off x="7783188" y="2792125"/>
                <a:ext cx="47900" cy="60625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2425" extrusionOk="0">
                    <a:moveTo>
                      <a:pt x="118" y="1"/>
                    </a:moveTo>
                    <a:cubicBezTo>
                      <a:pt x="84" y="1"/>
                      <a:pt x="46" y="9"/>
                      <a:pt x="0" y="24"/>
                    </a:cubicBezTo>
                    <a:cubicBezTo>
                      <a:pt x="213" y="419"/>
                      <a:pt x="456" y="814"/>
                      <a:pt x="760" y="1209"/>
                    </a:cubicBezTo>
                    <a:cubicBezTo>
                      <a:pt x="1095" y="1635"/>
                      <a:pt x="1459" y="2060"/>
                      <a:pt x="1915" y="2425"/>
                    </a:cubicBezTo>
                    <a:cubicBezTo>
                      <a:pt x="1672" y="1878"/>
                      <a:pt x="1399" y="1392"/>
                      <a:pt x="1034" y="966"/>
                    </a:cubicBezTo>
                    <a:cubicBezTo>
                      <a:pt x="791" y="601"/>
                      <a:pt x="517" y="297"/>
                      <a:pt x="213" y="24"/>
                    </a:cubicBezTo>
                    <a:cubicBezTo>
                      <a:pt x="183" y="9"/>
                      <a:pt x="152" y="1"/>
                      <a:pt x="1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286;p29"/>
              <p:cNvSpPr/>
              <p:nvPr/>
            </p:nvSpPr>
            <p:spPr>
              <a:xfrm>
                <a:off x="7706438" y="3320825"/>
                <a:ext cx="5017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7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56" y="1034"/>
                      <a:pt x="1156" y="1946"/>
                      <a:pt x="2007" y="2675"/>
                    </a:cubicBezTo>
                    <a:cubicBezTo>
                      <a:pt x="1794" y="2128"/>
                      <a:pt x="1520" y="1642"/>
                      <a:pt x="1156" y="1216"/>
                    </a:cubicBezTo>
                    <a:cubicBezTo>
                      <a:pt x="821" y="761"/>
                      <a:pt x="426" y="335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287;p29"/>
              <p:cNvSpPr/>
              <p:nvPr/>
            </p:nvSpPr>
            <p:spPr>
              <a:xfrm>
                <a:off x="7206438" y="3084625"/>
                <a:ext cx="361500" cy="328175"/>
              </a:xfrm>
              <a:custGeom>
                <a:avLst/>
                <a:gdLst/>
                <a:ahLst/>
                <a:cxnLst/>
                <a:rect l="l" t="t" r="r" b="b"/>
                <a:pathLst>
                  <a:path w="14460" h="13127" extrusionOk="0">
                    <a:moveTo>
                      <a:pt x="14361" y="1"/>
                    </a:moveTo>
                    <a:cubicBezTo>
                      <a:pt x="14342" y="1"/>
                      <a:pt x="14325" y="8"/>
                      <a:pt x="14316" y="26"/>
                    </a:cubicBezTo>
                    <a:cubicBezTo>
                      <a:pt x="13557" y="1151"/>
                      <a:pt x="12827" y="2366"/>
                      <a:pt x="12128" y="3552"/>
                    </a:cubicBezTo>
                    <a:lnTo>
                      <a:pt x="12067" y="3643"/>
                    </a:lnTo>
                    <a:cubicBezTo>
                      <a:pt x="12098" y="3552"/>
                      <a:pt x="12128" y="3461"/>
                      <a:pt x="12158" y="3400"/>
                    </a:cubicBezTo>
                    <a:cubicBezTo>
                      <a:pt x="12402" y="2792"/>
                      <a:pt x="12614" y="2184"/>
                      <a:pt x="12857" y="1607"/>
                    </a:cubicBezTo>
                    <a:cubicBezTo>
                      <a:pt x="12857" y="1585"/>
                      <a:pt x="12842" y="1564"/>
                      <a:pt x="12823" y="1564"/>
                    </a:cubicBezTo>
                    <a:cubicBezTo>
                      <a:pt x="12815" y="1564"/>
                      <a:pt x="12806" y="1567"/>
                      <a:pt x="12797" y="1576"/>
                    </a:cubicBezTo>
                    <a:cubicBezTo>
                      <a:pt x="12554" y="2154"/>
                      <a:pt x="12250" y="2731"/>
                      <a:pt x="12006" y="3278"/>
                    </a:cubicBezTo>
                    <a:cubicBezTo>
                      <a:pt x="11854" y="3674"/>
                      <a:pt x="11702" y="4069"/>
                      <a:pt x="11581" y="4464"/>
                    </a:cubicBezTo>
                    <a:cubicBezTo>
                      <a:pt x="11034" y="5345"/>
                      <a:pt x="10517" y="6227"/>
                      <a:pt x="10000" y="7139"/>
                    </a:cubicBezTo>
                    <a:cubicBezTo>
                      <a:pt x="9301" y="8324"/>
                      <a:pt x="8602" y="9540"/>
                      <a:pt x="7903" y="10725"/>
                    </a:cubicBezTo>
                    <a:cubicBezTo>
                      <a:pt x="7721" y="10999"/>
                      <a:pt x="7569" y="11303"/>
                      <a:pt x="7386" y="11607"/>
                    </a:cubicBezTo>
                    <a:cubicBezTo>
                      <a:pt x="7265" y="11850"/>
                      <a:pt x="7022" y="12063"/>
                      <a:pt x="6778" y="12154"/>
                    </a:cubicBezTo>
                    <a:cubicBezTo>
                      <a:pt x="6444" y="12245"/>
                      <a:pt x="6110" y="12275"/>
                      <a:pt x="5806" y="12306"/>
                    </a:cubicBezTo>
                    <a:cubicBezTo>
                      <a:pt x="5441" y="12336"/>
                      <a:pt x="5107" y="12367"/>
                      <a:pt x="4742" y="12397"/>
                    </a:cubicBezTo>
                    <a:cubicBezTo>
                      <a:pt x="3192" y="12610"/>
                      <a:pt x="1611" y="12853"/>
                      <a:pt x="61" y="13066"/>
                    </a:cubicBezTo>
                    <a:cubicBezTo>
                      <a:pt x="0" y="13066"/>
                      <a:pt x="0" y="13127"/>
                      <a:pt x="61" y="13127"/>
                    </a:cubicBezTo>
                    <a:cubicBezTo>
                      <a:pt x="1489" y="13035"/>
                      <a:pt x="2948" y="12975"/>
                      <a:pt x="4377" y="12853"/>
                    </a:cubicBezTo>
                    <a:cubicBezTo>
                      <a:pt x="5107" y="12792"/>
                      <a:pt x="5806" y="12731"/>
                      <a:pt x="6535" y="12640"/>
                    </a:cubicBezTo>
                    <a:cubicBezTo>
                      <a:pt x="6778" y="12640"/>
                      <a:pt x="7052" y="12549"/>
                      <a:pt x="7295" y="12397"/>
                    </a:cubicBezTo>
                    <a:cubicBezTo>
                      <a:pt x="7477" y="12215"/>
                      <a:pt x="7629" y="12002"/>
                      <a:pt x="7751" y="11759"/>
                    </a:cubicBezTo>
                    <a:cubicBezTo>
                      <a:pt x="9180" y="9297"/>
                      <a:pt x="10608" y="6804"/>
                      <a:pt x="12037" y="4312"/>
                    </a:cubicBezTo>
                    <a:cubicBezTo>
                      <a:pt x="12857" y="2914"/>
                      <a:pt x="13678" y="1515"/>
                      <a:pt x="14438" y="87"/>
                    </a:cubicBezTo>
                    <a:cubicBezTo>
                      <a:pt x="14460" y="44"/>
                      <a:pt x="14405" y="1"/>
                      <a:pt x="1436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288;p29"/>
              <p:cNvSpPr/>
              <p:nvPr/>
            </p:nvSpPr>
            <p:spPr>
              <a:xfrm>
                <a:off x="7276338" y="3168925"/>
                <a:ext cx="583300" cy="756800"/>
              </a:xfrm>
              <a:custGeom>
                <a:avLst/>
                <a:gdLst/>
                <a:ahLst/>
                <a:cxnLst/>
                <a:rect l="l" t="t" r="r" b="b"/>
                <a:pathLst>
                  <a:path w="23332" h="30272" extrusionOk="0">
                    <a:moveTo>
                      <a:pt x="22831" y="1"/>
                    </a:moveTo>
                    <a:cubicBezTo>
                      <a:pt x="22807" y="1"/>
                      <a:pt x="22781" y="17"/>
                      <a:pt x="22767" y="58"/>
                    </a:cubicBezTo>
                    <a:cubicBezTo>
                      <a:pt x="22402" y="2885"/>
                      <a:pt x="21885" y="5712"/>
                      <a:pt x="21278" y="8508"/>
                    </a:cubicBezTo>
                    <a:cubicBezTo>
                      <a:pt x="20670" y="11305"/>
                      <a:pt x="19970" y="14101"/>
                      <a:pt x="19150" y="16837"/>
                    </a:cubicBezTo>
                    <a:cubicBezTo>
                      <a:pt x="18755" y="18204"/>
                      <a:pt x="18329" y="19542"/>
                      <a:pt x="17843" y="20879"/>
                    </a:cubicBezTo>
                    <a:cubicBezTo>
                      <a:pt x="17478" y="22034"/>
                      <a:pt x="16901" y="23129"/>
                      <a:pt x="16171" y="24132"/>
                    </a:cubicBezTo>
                    <a:cubicBezTo>
                      <a:pt x="15320" y="25104"/>
                      <a:pt x="14256" y="25864"/>
                      <a:pt x="13040" y="26351"/>
                    </a:cubicBezTo>
                    <a:cubicBezTo>
                      <a:pt x="11764" y="26928"/>
                      <a:pt x="10487" y="27445"/>
                      <a:pt x="9180" y="27870"/>
                    </a:cubicBezTo>
                    <a:cubicBezTo>
                      <a:pt x="6171" y="28843"/>
                      <a:pt x="3101" y="29481"/>
                      <a:pt x="31" y="30211"/>
                    </a:cubicBezTo>
                    <a:cubicBezTo>
                      <a:pt x="1" y="30211"/>
                      <a:pt x="1" y="30272"/>
                      <a:pt x="31" y="30272"/>
                    </a:cubicBezTo>
                    <a:cubicBezTo>
                      <a:pt x="2827" y="29876"/>
                      <a:pt x="5624" y="29299"/>
                      <a:pt x="8359" y="28569"/>
                    </a:cubicBezTo>
                    <a:cubicBezTo>
                      <a:pt x="9758" y="28205"/>
                      <a:pt x="11125" y="27749"/>
                      <a:pt x="12432" y="27202"/>
                    </a:cubicBezTo>
                    <a:cubicBezTo>
                      <a:pt x="13679" y="26715"/>
                      <a:pt x="14925" y="26138"/>
                      <a:pt x="15897" y="25256"/>
                    </a:cubicBezTo>
                    <a:cubicBezTo>
                      <a:pt x="16809" y="24375"/>
                      <a:pt x="17508" y="23281"/>
                      <a:pt x="17934" y="22095"/>
                    </a:cubicBezTo>
                    <a:cubicBezTo>
                      <a:pt x="18451" y="20849"/>
                      <a:pt x="18846" y="19572"/>
                      <a:pt x="19271" y="18296"/>
                    </a:cubicBezTo>
                    <a:cubicBezTo>
                      <a:pt x="20122" y="15499"/>
                      <a:pt x="20852" y="12673"/>
                      <a:pt x="21460" y="9785"/>
                    </a:cubicBezTo>
                    <a:cubicBezTo>
                      <a:pt x="21642" y="8964"/>
                      <a:pt x="21794" y="8113"/>
                      <a:pt x="21946" y="7292"/>
                    </a:cubicBezTo>
                    <a:cubicBezTo>
                      <a:pt x="22281" y="6502"/>
                      <a:pt x="22554" y="5682"/>
                      <a:pt x="22767" y="4830"/>
                    </a:cubicBezTo>
                    <a:cubicBezTo>
                      <a:pt x="22888" y="4405"/>
                      <a:pt x="22980" y="3979"/>
                      <a:pt x="23071" y="3523"/>
                    </a:cubicBezTo>
                    <a:cubicBezTo>
                      <a:pt x="23162" y="3067"/>
                      <a:pt x="23192" y="2612"/>
                      <a:pt x="23314" y="2186"/>
                    </a:cubicBezTo>
                    <a:cubicBezTo>
                      <a:pt x="23332" y="2150"/>
                      <a:pt x="23318" y="2136"/>
                      <a:pt x="23298" y="2136"/>
                    </a:cubicBezTo>
                    <a:cubicBezTo>
                      <a:pt x="23284" y="2136"/>
                      <a:pt x="23266" y="2143"/>
                      <a:pt x="23253" y="2156"/>
                    </a:cubicBezTo>
                    <a:cubicBezTo>
                      <a:pt x="23192" y="2642"/>
                      <a:pt x="23071" y="3098"/>
                      <a:pt x="22919" y="3554"/>
                    </a:cubicBezTo>
                    <a:cubicBezTo>
                      <a:pt x="22828" y="3949"/>
                      <a:pt x="22706" y="4375"/>
                      <a:pt x="22585" y="4770"/>
                    </a:cubicBezTo>
                    <a:cubicBezTo>
                      <a:pt x="22463" y="5165"/>
                      <a:pt x="22281" y="5682"/>
                      <a:pt x="22129" y="6137"/>
                    </a:cubicBezTo>
                    <a:cubicBezTo>
                      <a:pt x="22433" y="4131"/>
                      <a:pt x="22706" y="2095"/>
                      <a:pt x="22888" y="58"/>
                    </a:cubicBezTo>
                    <a:cubicBezTo>
                      <a:pt x="22888" y="25"/>
                      <a:pt x="22861" y="1"/>
                      <a:pt x="2283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289;p29"/>
              <p:cNvSpPr/>
              <p:nvPr/>
            </p:nvSpPr>
            <p:spPr>
              <a:xfrm>
                <a:off x="6894863" y="3465475"/>
                <a:ext cx="144675" cy="451800"/>
              </a:xfrm>
              <a:custGeom>
                <a:avLst/>
                <a:gdLst/>
                <a:ahLst/>
                <a:cxnLst/>
                <a:rect l="l" t="t" r="r" b="b"/>
                <a:pathLst>
                  <a:path w="5787" h="18072" extrusionOk="0">
                    <a:moveTo>
                      <a:pt x="45" y="0"/>
                    </a:moveTo>
                    <a:cubicBezTo>
                      <a:pt x="22" y="0"/>
                      <a:pt x="1" y="15"/>
                      <a:pt x="1" y="51"/>
                    </a:cubicBezTo>
                    <a:cubicBezTo>
                      <a:pt x="639" y="3121"/>
                      <a:pt x="1460" y="6130"/>
                      <a:pt x="2433" y="9108"/>
                    </a:cubicBezTo>
                    <a:cubicBezTo>
                      <a:pt x="3375" y="12118"/>
                      <a:pt x="4499" y="15036"/>
                      <a:pt x="5594" y="18014"/>
                    </a:cubicBezTo>
                    <a:cubicBezTo>
                      <a:pt x="5604" y="18055"/>
                      <a:pt x="5631" y="18072"/>
                      <a:pt x="5660" y="18072"/>
                    </a:cubicBezTo>
                    <a:cubicBezTo>
                      <a:pt x="5719" y="18072"/>
                      <a:pt x="5786" y="18004"/>
                      <a:pt x="5746" y="17923"/>
                    </a:cubicBezTo>
                    <a:cubicBezTo>
                      <a:pt x="4803" y="14944"/>
                      <a:pt x="3983" y="11874"/>
                      <a:pt x="3040" y="8926"/>
                    </a:cubicBezTo>
                    <a:cubicBezTo>
                      <a:pt x="2129" y="5947"/>
                      <a:pt x="1217" y="2938"/>
                      <a:pt x="92" y="20"/>
                    </a:cubicBezTo>
                    <a:cubicBezTo>
                      <a:pt x="79" y="8"/>
                      <a:pt x="62" y="0"/>
                      <a:pt x="4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290;p29"/>
              <p:cNvSpPr/>
              <p:nvPr/>
            </p:nvSpPr>
            <p:spPr>
              <a:xfrm>
                <a:off x="6761138" y="3428350"/>
                <a:ext cx="175550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7022" h="1701" extrusionOk="0">
                    <a:moveTo>
                      <a:pt x="6098" y="1"/>
                    </a:moveTo>
                    <a:cubicBezTo>
                      <a:pt x="5813" y="1"/>
                      <a:pt x="5532" y="16"/>
                      <a:pt x="5259" y="46"/>
                    </a:cubicBezTo>
                    <a:cubicBezTo>
                      <a:pt x="4681" y="46"/>
                      <a:pt x="4104" y="77"/>
                      <a:pt x="3557" y="107"/>
                    </a:cubicBezTo>
                    <a:cubicBezTo>
                      <a:pt x="2401" y="137"/>
                      <a:pt x="1277" y="229"/>
                      <a:pt x="152" y="320"/>
                    </a:cubicBezTo>
                    <a:cubicBezTo>
                      <a:pt x="61" y="320"/>
                      <a:pt x="0" y="411"/>
                      <a:pt x="31" y="502"/>
                    </a:cubicBezTo>
                    <a:cubicBezTo>
                      <a:pt x="183" y="928"/>
                      <a:pt x="365" y="1323"/>
                      <a:pt x="608" y="1688"/>
                    </a:cubicBezTo>
                    <a:cubicBezTo>
                      <a:pt x="617" y="1696"/>
                      <a:pt x="626" y="1700"/>
                      <a:pt x="634" y="1700"/>
                    </a:cubicBezTo>
                    <a:cubicBezTo>
                      <a:pt x="654" y="1700"/>
                      <a:pt x="669" y="1679"/>
                      <a:pt x="669" y="1657"/>
                    </a:cubicBezTo>
                    <a:cubicBezTo>
                      <a:pt x="608" y="1292"/>
                      <a:pt x="517" y="928"/>
                      <a:pt x="365" y="593"/>
                    </a:cubicBezTo>
                    <a:cubicBezTo>
                      <a:pt x="1459" y="533"/>
                      <a:pt x="2523" y="472"/>
                      <a:pt x="3617" y="381"/>
                    </a:cubicBezTo>
                    <a:lnTo>
                      <a:pt x="5289" y="259"/>
                    </a:lnTo>
                    <a:cubicBezTo>
                      <a:pt x="5836" y="198"/>
                      <a:pt x="6414" y="198"/>
                      <a:pt x="6961" y="107"/>
                    </a:cubicBezTo>
                    <a:cubicBezTo>
                      <a:pt x="7022" y="107"/>
                      <a:pt x="6991" y="46"/>
                      <a:pt x="6961" y="46"/>
                    </a:cubicBezTo>
                    <a:cubicBezTo>
                      <a:pt x="6672" y="16"/>
                      <a:pt x="6383" y="1"/>
                      <a:pt x="609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291;p29"/>
              <p:cNvSpPr/>
              <p:nvPr/>
            </p:nvSpPr>
            <p:spPr>
              <a:xfrm>
                <a:off x="6297588" y="3318550"/>
                <a:ext cx="297200" cy="342550"/>
              </a:xfrm>
              <a:custGeom>
                <a:avLst/>
                <a:gdLst/>
                <a:ahLst/>
                <a:cxnLst/>
                <a:rect l="l" t="t" r="r" b="b"/>
                <a:pathLst>
                  <a:path w="11888" h="13702" extrusionOk="0">
                    <a:moveTo>
                      <a:pt x="1" y="0"/>
                    </a:moveTo>
                    <a:lnTo>
                      <a:pt x="1885" y="5289"/>
                    </a:lnTo>
                    <a:cubicBezTo>
                      <a:pt x="2592" y="5230"/>
                      <a:pt x="3299" y="5197"/>
                      <a:pt x="4013" y="5197"/>
                    </a:cubicBezTo>
                    <a:cubicBezTo>
                      <a:pt x="4406" y="5197"/>
                      <a:pt x="4800" y="5207"/>
                      <a:pt x="5199" y="5229"/>
                    </a:cubicBezTo>
                    <a:cubicBezTo>
                      <a:pt x="5199" y="5229"/>
                      <a:pt x="6475" y="8754"/>
                      <a:pt x="7965" y="11946"/>
                    </a:cubicBezTo>
                    <a:cubicBezTo>
                      <a:pt x="8433" y="12959"/>
                      <a:pt x="9481" y="13701"/>
                      <a:pt x="10341" y="13701"/>
                    </a:cubicBezTo>
                    <a:cubicBezTo>
                      <a:pt x="11210" y="13701"/>
                      <a:pt x="11887" y="12944"/>
                      <a:pt x="11582" y="10943"/>
                    </a:cubicBezTo>
                    <a:cubicBezTo>
                      <a:pt x="10852" y="6353"/>
                      <a:pt x="10974" y="4803"/>
                      <a:pt x="9727" y="3283"/>
                    </a:cubicBezTo>
                    <a:cubicBezTo>
                      <a:pt x="7843" y="973"/>
                      <a:pt x="1399" y="700"/>
                      <a:pt x="1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292;p29"/>
              <p:cNvSpPr/>
              <p:nvPr/>
            </p:nvSpPr>
            <p:spPr>
              <a:xfrm>
                <a:off x="6356238" y="3691650"/>
                <a:ext cx="284475" cy="261575"/>
              </a:xfrm>
              <a:custGeom>
                <a:avLst/>
                <a:gdLst/>
                <a:ahLst/>
                <a:cxnLst/>
                <a:rect l="l" t="t" r="r" b="b"/>
                <a:pathLst>
                  <a:path w="11379" h="10463" extrusionOk="0">
                    <a:moveTo>
                      <a:pt x="2830" y="0"/>
                    </a:moveTo>
                    <a:cubicBezTo>
                      <a:pt x="2623" y="0"/>
                      <a:pt x="2436" y="49"/>
                      <a:pt x="2275" y="153"/>
                    </a:cubicBezTo>
                    <a:cubicBezTo>
                      <a:pt x="1" y="1578"/>
                      <a:pt x="3630" y="10462"/>
                      <a:pt x="6995" y="10462"/>
                    </a:cubicBezTo>
                    <a:cubicBezTo>
                      <a:pt x="7363" y="10462"/>
                      <a:pt x="7727" y="10356"/>
                      <a:pt x="8081" y="10122"/>
                    </a:cubicBezTo>
                    <a:cubicBezTo>
                      <a:pt x="11379" y="7924"/>
                      <a:pt x="5475" y="0"/>
                      <a:pt x="2830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293;p29"/>
              <p:cNvSpPr/>
              <p:nvPr/>
            </p:nvSpPr>
            <p:spPr>
              <a:xfrm>
                <a:off x="6265838" y="3738900"/>
                <a:ext cx="284550" cy="261450"/>
              </a:xfrm>
              <a:custGeom>
                <a:avLst/>
                <a:gdLst/>
                <a:ahLst/>
                <a:cxnLst/>
                <a:rect l="l" t="t" r="r" b="b"/>
                <a:pathLst>
                  <a:path w="11382" h="10458" extrusionOk="0">
                    <a:moveTo>
                      <a:pt x="2819" y="0"/>
                    </a:moveTo>
                    <a:cubicBezTo>
                      <a:pt x="2616" y="0"/>
                      <a:pt x="2432" y="47"/>
                      <a:pt x="2274" y="147"/>
                    </a:cubicBezTo>
                    <a:cubicBezTo>
                      <a:pt x="0" y="1599"/>
                      <a:pt x="3627" y="10457"/>
                      <a:pt x="6991" y="10457"/>
                    </a:cubicBezTo>
                    <a:cubicBezTo>
                      <a:pt x="7360" y="10457"/>
                      <a:pt x="7725" y="10351"/>
                      <a:pt x="8079" y="10117"/>
                    </a:cubicBezTo>
                    <a:cubicBezTo>
                      <a:pt x="11382" y="7915"/>
                      <a:pt x="5459" y="0"/>
                      <a:pt x="2819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294;p29"/>
              <p:cNvSpPr/>
              <p:nvPr/>
            </p:nvSpPr>
            <p:spPr>
              <a:xfrm>
                <a:off x="6200413" y="3750525"/>
                <a:ext cx="240000" cy="253425"/>
              </a:xfrm>
              <a:custGeom>
                <a:avLst/>
                <a:gdLst/>
                <a:ahLst/>
                <a:cxnLst/>
                <a:rect l="l" t="t" r="r" b="b"/>
                <a:pathLst>
                  <a:path w="9600" h="10137" extrusionOk="0">
                    <a:moveTo>
                      <a:pt x="2703" y="1"/>
                    </a:moveTo>
                    <a:cubicBezTo>
                      <a:pt x="2574" y="1"/>
                      <a:pt x="2452" y="26"/>
                      <a:pt x="2338" y="77"/>
                    </a:cubicBezTo>
                    <a:cubicBezTo>
                      <a:pt x="0" y="1063"/>
                      <a:pt x="2255" y="10136"/>
                      <a:pt x="5427" y="10136"/>
                    </a:cubicBezTo>
                    <a:cubicBezTo>
                      <a:pt x="5679" y="10136"/>
                      <a:pt x="5936" y="10079"/>
                      <a:pt x="6198" y="9956"/>
                    </a:cubicBezTo>
                    <a:cubicBezTo>
                      <a:pt x="9600" y="8342"/>
                      <a:pt x="5072" y="1"/>
                      <a:pt x="2703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295;p29"/>
              <p:cNvSpPr/>
              <p:nvPr/>
            </p:nvSpPr>
            <p:spPr>
              <a:xfrm>
                <a:off x="6118713" y="3745475"/>
                <a:ext cx="188250" cy="256750"/>
              </a:xfrm>
              <a:custGeom>
                <a:avLst/>
                <a:gdLst/>
                <a:ahLst/>
                <a:cxnLst/>
                <a:rect l="l" t="t" r="r" b="b"/>
                <a:pathLst>
                  <a:path w="7530" h="10270" extrusionOk="0">
                    <a:moveTo>
                      <a:pt x="3056" y="0"/>
                    </a:moveTo>
                    <a:cubicBezTo>
                      <a:pt x="3025" y="0"/>
                      <a:pt x="2993" y="2"/>
                      <a:pt x="2961" y="6"/>
                    </a:cubicBezTo>
                    <a:cubicBezTo>
                      <a:pt x="384" y="302"/>
                      <a:pt x="1" y="10270"/>
                      <a:pt x="3500" y="10270"/>
                    </a:cubicBezTo>
                    <a:cubicBezTo>
                      <a:pt x="3591" y="10270"/>
                      <a:pt x="3685" y="10263"/>
                      <a:pt x="3782" y="10249"/>
                    </a:cubicBezTo>
                    <a:cubicBezTo>
                      <a:pt x="7530" y="9709"/>
                      <a:pt x="5362" y="0"/>
                      <a:pt x="3056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296;p29"/>
              <p:cNvSpPr/>
              <p:nvPr/>
            </p:nvSpPr>
            <p:spPr>
              <a:xfrm>
                <a:off x="6398113" y="3772675"/>
                <a:ext cx="94975" cy="168325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6733" extrusionOk="0">
                    <a:moveTo>
                      <a:pt x="55" y="0"/>
                    </a:moveTo>
                    <a:cubicBezTo>
                      <a:pt x="27" y="0"/>
                      <a:pt x="0" y="28"/>
                      <a:pt x="22" y="73"/>
                    </a:cubicBezTo>
                    <a:cubicBezTo>
                      <a:pt x="296" y="620"/>
                      <a:pt x="661" y="1167"/>
                      <a:pt x="965" y="1684"/>
                    </a:cubicBezTo>
                    <a:cubicBezTo>
                      <a:pt x="1269" y="2231"/>
                      <a:pt x="1573" y="2778"/>
                      <a:pt x="1877" y="3325"/>
                    </a:cubicBezTo>
                    <a:cubicBezTo>
                      <a:pt x="2181" y="3872"/>
                      <a:pt x="2454" y="4450"/>
                      <a:pt x="2758" y="4997"/>
                    </a:cubicBezTo>
                    <a:cubicBezTo>
                      <a:pt x="3123" y="5544"/>
                      <a:pt x="3427" y="6091"/>
                      <a:pt x="3670" y="6699"/>
                    </a:cubicBezTo>
                    <a:cubicBezTo>
                      <a:pt x="3682" y="6722"/>
                      <a:pt x="3706" y="6732"/>
                      <a:pt x="3729" y="6732"/>
                    </a:cubicBezTo>
                    <a:cubicBezTo>
                      <a:pt x="3767" y="6732"/>
                      <a:pt x="3799" y="6706"/>
                      <a:pt x="3761" y="6669"/>
                    </a:cubicBezTo>
                    <a:cubicBezTo>
                      <a:pt x="3518" y="6061"/>
                      <a:pt x="3336" y="5392"/>
                      <a:pt x="3092" y="4784"/>
                    </a:cubicBezTo>
                    <a:cubicBezTo>
                      <a:pt x="2849" y="4207"/>
                      <a:pt x="2545" y="3659"/>
                      <a:pt x="2241" y="3112"/>
                    </a:cubicBezTo>
                    <a:cubicBezTo>
                      <a:pt x="1937" y="2535"/>
                      <a:pt x="1573" y="1988"/>
                      <a:pt x="1208" y="1471"/>
                    </a:cubicBezTo>
                    <a:cubicBezTo>
                      <a:pt x="874" y="954"/>
                      <a:pt x="478" y="468"/>
                      <a:pt x="83" y="12"/>
                    </a:cubicBezTo>
                    <a:cubicBezTo>
                      <a:pt x="75" y="4"/>
                      <a:pt x="65" y="0"/>
                      <a:pt x="5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297;p29"/>
              <p:cNvSpPr/>
              <p:nvPr/>
            </p:nvSpPr>
            <p:spPr>
              <a:xfrm>
                <a:off x="6304738" y="3770625"/>
                <a:ext cx="78000" cy="20175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8070" extrusionOk="0">
                    <a:moveTo>
                      <a:pt x="59" y="0"/>
                    </a:moveTo>
                    <a:cubicBezTo>
                      <a:pt x="28" y="0"/>
                      <a:pt x="0" y="26"/>
                      <a:pt x="19" y="64"/>
                    </a:cubicBezTo>
                    <a:cubicBezTo>
                      <a:pt x="262" y="1431"/>
                      <a:pt x="627" y="2799"/>
                      <a:pt x="1052" y="4137"/>
                    </a:cubicBezTo>
                    <a:cubicBezTo>
                      <a:pt x="1326" y="4836"/>
                      <a:pt x="1599" y="5504"/>
                      <a:pt x="1934" y="6143"/>
                    </a:cubicBezTo>
                    <a:cubicBezTo>
                      <a:pt x="2268" y="6811"/>
                      <a:pt x="2663" y="7389"/>
                      <a:pt x="3028" y="8058"/>
                    </a:cubicBezTo>
                    <a:cubicBezTo>
                      <a:pt x="3036" y="8066"/>
                      <a:pt x="3046" y="8070"/>
                      <a:pt x="3057" y="8070"/>
                    </a:cubicBezTo>
                    <a:cubicBezTo>
                      <a:pt x="3087" y="8070"/>
                      <a:pt x="3119" y="8041"/>
                      <a:pt x="3119" y="7997"/>
                    </a:cubicBezTo>
                    <a:cubicBezTo>
                      <a:pt x="2754" y="7359"/>
                      <a:pt x="2481" y="6629"/>
                      <a:pt x="2207" y="5960"/>
                    </a:cubicBezTo>
                    <a:cubicBezTo>
                      <a:pt x="1903" y="5292"/>
                      <a:pt x="1630" y="4653"/>
                      <a:pt x="1356" y="3985"/>
                    </a:cubicBezTo>
                    <a:cubicBezTo>
                      <a:pt x="1113" y="3316"/>
                      <a:pt x="323" y="732"/>
                      <a:pt x="110" y="33"/>
                    </a:cubicBezTo>
                    <a:cubicBezTo>
                      <a:pt x="98" y="10"/>
                      <a:pt x="78" y="0"/>
                      <a:pt x="5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298;p29"/>
              <p:cNvSpPr/>
              <p:nvPr/>
            </p:nvSpPr>
            <p:spPr>
              <a:xfrm>
                <a:off x="6233763" y="3786575"/>
                <a:ext cx="29325" cy="1482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5928" extrusionOk="0">
                    <a:moveTo>
                      <a:pt x="98" y="0"/>
                    </a:moveTo>
                    <a:cubicBezTo>
                      <a:pt x="61" y="0"/>
                      <a:pt x="19" y="26"/>
                      <a:pt x="1" y="64"/>
                    </a:cubicBezTo>
                    <a:cubicBezTo>
                      <a:pt x="31" y="1006"/>
                      <a:pt x="153" y="1979"/>
                      <a:pt x="305" y="2921"/>
                    </a:cubicBezTo>
                    <a:cubicBezTo>
                      <a:pt x="396" y="3407"/>
                      <a:pt x="487" y="3863"/>
                      <a:pt x="609" y="4350"/>
                    </a:cubicBezTo>
                    <a:cubicBezTo>
                      <a:pt x="669" y="4562"/>
                      <a:pt x="730" y="4775"/>
                      <a:pt x="791" y="5018"/>
                    </a:cubicBezTo>
                    <a:cubicBezTo>
                      <a:pt x="912" y="5292"/>
                      <a:pt x="1004" y="5566"/>
                      <a:pt x="1064" y="5869"/>
                    </a:cubicBezTo>
                    <a:cubicBezTo>
                      <a:pt x="1064" y="5911"/>
                      <a:pt x="1089" y="5927"/>
                      <a:pt x="1114" y="5927"/>
                    </a:cubicBezTo>
                    <a:cubicBezTo>
                      <a:pt x="1143" y="5927"/>
                      <a:pt x="1172" y="5903"/>
                      <a:pt x="1156" y="5869"/>
                    </a:cubicBezTo>
                    <a:cubicBezTo>
                      <a:pt x="1095" y="5596"/>
                      <a:pt x="1034" y="5353"/>
                      <a:pt x="1004" y="5079"/>
                    </a:cubicBezTo>
                    <a:cubicBezTo>
                      <a:pt x="973" y="4836"/>
                      <a:pt x="943" y="4623"/>
                      <a:pt x="882" y="4380"/>
                    </a:cubicBezTo>
                    <a:cubicBezTo>
                      <a:pt x="821" y="3894"/>
                      <a:pt x="700" y="3438"/>
                      <a:pt x="639" y="2952"/>
                    </a:cubicBezTo>
                    <a:cubicBezTo>
                      <a:pt x="426" y="1979"/>
                      <a:pt x="335" y="1006"/>
                      <a:pt x="153" y="34"/>
                    </a:cubicBezTo>
                    <a:cubicBezTo>
                      <a:pt x="141" y="10"/>
                      <a:pt x="120" y="0"/>
                      <a:pt x="9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300;p29"/>
              <p:cNvSpPr/>
              <p:nvPr/>
            </p:nvSpPr>
            <p:spPr>
              <a:xfrm flipH="1">
                <a:off x="5372526" y="242446"/>
                <a:ext cx="2387161" cy="1736684"/>
              </a:xfrm>
              <a:custGeom>
                <a:avLst/>
                <a:gdLst/>
                <a:ahLst/>
                <a:cxnLst/>
                <a:rect l="l" t="t" r="r" b="b"/>
                <a:pathLst>
                  <a:path w="15503" h="11278" extrusionOk="0">
                    <a:moveTo>
                      <a:pt x="7630" y="0"/>
                    </a:moveTo>
                    <a:cubicBezTo>
                      <a:pt x="3405" y="0"/>
                      <a:pt x="0" y="2523"/>
                      <a:pt x="0" y="5624"/>
                    </a:cubicBezTo>
                    <a:cubicBezTo>
                      <a:pt x="0" y="8754"/>
                      <a:pt x="3405" y="11277"/>
                      <a:pt x="7630" y="11277"/>
                    </a:cubicBezTo>
                    <a:cubicBezTo>
                      <a:pt x="9484" y="11277"/>
                      <a:pt x="11338" y="10761"/>
                      <a:pt x="12888" y="9697"/>
                    </a:cubicBezTo>
                    <a:lnTo>
                      <a:pt x="15502" y="10365"/>
                    </a:lnTo>
                    <a:lnTo>
                      <a:pt x="14499" y="8086"/>
                    </a:lnTo>
                    <a:cubicBezTo>
                      <a:pt x="14985" y="7356"/>
                      <a:pt x="15259" y="6505"/>
                      <a:pt x="15259" y="5624"/>
                    </a:cubicBezTo>
                    <a:cubicBezTo>
                      <a:pt x="15259" y="2523"/>
                      <a:pt x="11824" y="0"/>
                      <a:pt x="763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144" y="1546770"/>
            <a:ext cx="1230208" cy="123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1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1.1. </a:t>
            </a:r>
            <a:r>
              <a:rPr lang="vi-VN" dirty="0">
                <a:solidFill>
                  <a:srgbClr val="FF0000"/>
                </a:solidFill>
              </a:rPr>
              <a:t>Công cụ tự động hóa triển khai như Jenkins, GitLab CI/CD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1.2. </a:t>
            </a:r>
            <a:r>
              <a:rPr lang="vi-VN" dirty="0"/>
              <a:t>Xây dựng quy trình CI/CD đơn giản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1.3. </a:t>
            </a:r>
            <a:r>
              <a:rPr lang="vi-VN" dirty="0" smtClean="0"/>
              <a:t>Thực </a:t>
            </a:r>
            <a:r>
              <a:rPr lang="vi-VN" dirty="0"/>
              <a:t>hành: </a:t>
            </a:r>
            <a:r>
              <a:rPr lang="vi-VN" dirty="0"/>
              <a:t>Cấu hình Jenkins và tạo một quy trình CI/CD cho ứng dụng đơn giản.</a:t>
            </a:r>
            <a:endParaRPr lang="vi-V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 smtClean="0"/>
              <a:t>Bài </a:t>
            </a:r>
            <a:r>
              <a:rPr lang="en-US" dirty="0" smtClean="0"/>
              <a:t>6</a:t>
            </a:r>
            <a:r>
              <a:rPr lang="vi-VN" dirty="0" smtClean="0"/>
              <a:t>:</a:t>
            </a:r>
            <a:r>
              <a:rPr lang="en-US" dirty="0" smtClean="0"/>
              <a:t> </a:t>
            </a:r>
            <a:r>
              <a:rPr lang="vi-VN" dirty="0"/>
              <a:t>CICD cơ bản với </a:t>
            </a:r>
            <a:r>
              <a:rPr lang="vi-VN" dirty="0" smtClean="0"/>
              <a:t>Jenkins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KHOA CÔNG NGHỆ THÔNG TIN – DevOps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20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766337-75EE-47D4-8B5E-B84B3E40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07" y="27707"/>
            <a:ext cx="9559921" cy="731520"/>
          </a:xfrm>
        </p:spPr>
        <p:txBody>
          <a:bodyPr>
            <a:normAutofit fontScale="90000"/>
          </a:bodyPr>
          <a:lstStyle/>
          <a:p>
            <a:r>
              <a:rPr lang="en-GB" dirty="0"/>
              <a:t>1.1. </a:t>
            </a:r>
            <a:r>
              <a:rPr lang="vi-VN" dirty="0"/>
              <a:t>Công cụ tự động hóa triển khai như Jenkins, GitLab CI/CD</a:t>
            </a:r>
            <a:endParaRPr lang="en-GB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8BB8F4CA-39A9-47AE-8C1F-49245640FD99}"/>
              </a:ext>
            </a:extLst>
          </p:cNvPr>
          <p:cNvSpPr txBox="1">
            <a:spLocks/>
          </p:cNvSpPr>
          <p:nvPr/>
        </p:nvSpPr>
        <p:spPr>
          <a:xfrm>
            <a:off x="446310" y="1003726"/>
            <a:ext cx="11505118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C0099"/>
              </a:buClr>
              <a:buFont typeface="Wingdings" pitchFamily="2" charset="2"/>
              <a:buChar char="§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CC"/>
              </a:buClr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itchFamily="49" charset="0"/>
              <a:buChar char="o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smtClean="0"/>
              <a:t>CI/CD</a:t>
            </a:r>
            <a:endParaRPr lang="en-US" dirty="0" smtClean="0"/>
          </a:p>
          <a:p>
            <a:pPr algn="just"/>
            <a:r>
              <a:rPr lang="en-US" b="1" dirty="0"/>
              <a:t>CI (Continuous Integration)</a:t>
            </a:r>
            <a:r>
              <a:rPr lang="en-US" dirty="0"/>
              <a:t>: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,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sớm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/>
              <a:t>CD (Continuous Delivery/Deployment)</a:t>
            </a:r>
            <a:r>
              <a:rPr lang="en-US" dirty="0"/>
              <a:t>: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chóng</a:t>
            </a:r>
            <a:r>
              <a:rPr lang="en-US" dirty="0"/>
              <a:t>, an </a:t>
            </a:r>
            <a:r>
              <a:rPr lang="en-US" dirty="0" err="1"/>
              <a:t>toàn</a:t>
            </a:r>
            <a:r>
              <a:rPr lang="en-US" dirty="0"/>
              <a:t>.</a:t>
            </a:r>
            <a:endParaRPr lang="en-US" dirty="0"/>
          </a:p>
          <a:p>
            <a:pPr algn="just"/>
            <a:r>
              <a:rPr lang="en-US" dirty="0" err="1" smtClean="0"/>
              <a:t>Lợi</a:t>
            </a:r>
            <a:r>
              <a:rPr lang="en-US" dirty="0" smtClean="0"/>
              <a:t> </a:t>
            </a:r>
            <a:r>
              <a:rPr lang="en-US" dirty="0" err="1" smtClean="0"/>
              <a:t>ích</a:t>
            </a:r>
            <a:r>
              <a:rPr lang="en-US" dirty="0" smtClean="0"/>
              <a:t>: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 smtClean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build, test, deploy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 smtClean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do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 smtClean="0"/>
              <a:t>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278232" y="6482377"/>
            <a:ext cx="52497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 smtClean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KHOA CÔNG NGHỆ THÔNG TIN – DevOps</a:t>
            </a:r>
            <a:endParaRPr lang="en-US" sz="12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624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766337-75EE-47D4-8B5E-B84B3E40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07" y="27707"/>
            <a:ext cx="9559921" cy="731520"/>
          </a:xfrm>
        </p:spPr>
        <p:txBody>
          <a:bodyPr>
            <a:normAutofit fontScale="90000"/>
          </a:bodyPr>
          <a:lstStyle/>
          <a:p>
            <a:r>
              <a:rPr lang="en-GB" dirty="0"/>
              <a:t>1.1. </a:t>
            </a:r>
            <a:r>
              <a:rPr lang="vi-VN" dirty="0"/>
              <a:t>Công cụ tự động hóa triển khai như Jenkins, GitLab CI/CD</a:t>
            </a:r>
            <a:endParaRPr lang="en-GB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8BB8F4CA-39A9-47AE-8C1F-49245640FD99}"/>
              </a:ext>
            </a:extLst>
          </p:cNvPr>
          <p:cNvSpPr txBox="1">
            <a:spLocks/>
          </p:cNvSpPr>
          <p:nvPr/>
        </p:nvSpPr>
        <p:spPr>
          <a:xfrm>
            <a:off x="446310" y="1003726"/>
            <a:ext cx="11505118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C0099"/>
              </a:buClr>
              <a:buFont typeface="Wingdings" pitchFamily="2" charset="2"/>
              <a:buChar char="§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CC"/>
              </a:buClr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itchFamily="49" charset="0"/>
              <a:buChar char="o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CI/CD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endParaRPr lang="en-US" dirty="0" smtClean="0"/>
          </a:p>
          <a:p>
            <a:pPr algn="just"/>
            <a:r>
              <a:rPr lang="en-US" b="1" dirty="0" smtClean="0"/>
              <a:t>Jenkins</a:t>
            </a:r>
            <a:r>
              <a:rPr lang="en-US" dirty="0"/>
              <a:t>: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 smtClean="0"/>
              <a:t>mở</a:t>
            </a:r>
            <a:r>
              <a:rPr lang="en-US" dirty="0"/>
              <a:t>, </a:t>
            </a:r>
            <a:r>
              <a:rPr lang="en-US" dirty="0" err="1" smtClean="0"/>
              <a:t>hỗ</a:t>
            </a:r>
            <a:r>
              <a:rPr lang="en-US" dirty="0" smtClean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plugin,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err="1"/>
              <a:t>GitLab</a:t>
            </a:r>
            <a:r>
              <a:rPr lang="en-US" b="1" dirty="0"/>
              <a:t> </a:t>
            </a:r>
            <a:r>
              <a:rPr lang="en-US" b="1" dirty="0" smtClean="0"/>
              <a:t>CI/CD</a:t>
            </a:r>
            <a:r>
              <a:rPr lang="en-US" dirty="0"/>
              <a:t>: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 smtClean="0"/>
              <a:t>GitLab</a:t>
            </a:r>
            <a:r>
              <a:rPr lang="en-US" dirty="0"/>
              <a:t>,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/>
              <a:t>lý</a:t>
            </a:r>
            <a:r>
              <a:rPr lang="en-US" dirty="0"/>
              <a:t> pipeline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smtClean="0"/>
              <a:t>file</a:t>
            </a:r>
          </a:p>
          <a:p>
            <a:pPr marL="0" indent="0" algn="just">
              <a:buNone/>
            </a:pPr>
            <a:r>
              <a:rPr lang="en-US" b="1" dirty="0" smtClean="0"/>
              <a:t>.</a:t>
            </a:r>
            <a:r>
              <a:rPr lang="en-US" b="1" dirty="0" err="1" smtClean="0"/>
              <a:t>gitlab-ci.yml</a:t>
            </a:r>
            <a:endParaRPr lang="en-US" b="1" dirty="0"/>
          </a:p>
          <a:p>
            <a:pPr algn="just"/>
            <a:r>
              <a:rPr lang="fr-FR" dirty="0" err="1"/>
              <a:t>Ngoài</a:t>
            </a:r>
            <a:r>
              <a:rPr lang="fr-FR" dirty="0"/>
              <a:t> ra: GitHub Actions, </a:t>
            </a:r>
            <a:r>
              <a:rPr lang="fr-FR" dirty="0" err="1"/>
              <a:t>CircleCI</a:t>
            </a:r>
            <a:r>
              <a:rPr lang="fr-FR" dirty="0"/>
              <a:t>, Travis CI</a:t>
            </a:r>
            <a:r>
              <a:rPr lang="fr-FR" dirty="0" smtClean="0"/>
              <a:t>,...</a:t>
            </a:r>
            <a:endParaRPr lang="en-US" dirty="0" smtClean="0"/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278232" y="6482377"/>
            <a:ext cx="52497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 smtClean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KHOA CÔNG NGHỆ THÔNG TIN – DevOps</a:t>
            </a:r>
            <a:endParaRPr lang="en-US" sz="12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882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766337-75EE-47D4-8B5E-B84B3E40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07" y="27707"/>
            <a:ext cx="9559921" cy="731520"/>
          </a:xfrm>
        </p:spPr>
        <p:txBody>
          <a:bodyPr>
            <a:normAutofit fontScale="90000"/>
          </a:bodyPr>
          <a:lstStyle/>
          <a:p>
            <a:r>
              <a:rPr lang="en-GB" dirty="0"/>
              <a:t>1.1. </a:t>
            </a:r>
            <a:r>
              <a:rPr lang="vi-VN" dirty="0"/>
              <a:t>Công cụ tự động hóa triển khai như Jenkins, GitLab CI/CD</a:t>
            </a:r>
            <a:endParaRPr lang="en-GB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8BB8F4CA-39A9-47AE-8C1F-49245640FD99}"/>
              </a:ext>
            </a:extLst>
          </p:cNvPr>
          <p:cNvSpPr txBox="1">
            <a:spLocks/>
          </p:cNvSpPr>
          <p:nvPr/>
        </p:nvSpPr>
        <p:spPr>
          <a:xfrm>
            <a:off x="446310" y="1003726"/>
            <a:ext cx="11505118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C0099"/>
              </a:buClr>
              <a:buFont typeface="Wingdings" pitchFamily="2" charset="2"/>
              <a:buChar char="§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CC"/>
              </a:buClr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itchFamily="49" charset="0"/>
              <a:buChar char="o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Jenkins</a:t>
            </a:r>
          </a:p>
          <a:p>
            <a:pPr algn="just"/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: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/>
              <a:t> Build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 smtClean="0"/>
              <a:t>.</a:t>
            </a:r>
          </a:p>
          <a:p>
            <a:pPr algn="just"/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:</a:t>
            </a:r>
            <a:endParaRPr lang="en-US" dirty="0"/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/>
              <a:t> </a:t>
            </a:r>
            <a:r>
              <a:rPr lang="en-US" dirty="0" err="1"/>
              <a:t>Miễn</a:t>
            </a:r>
            <a:r>
              <a:rPr lang="en-US" dirty="0"/>
              <a:t> </a:t>
            </a:r>
            <a:r>
              <a:rPr lang="en-US" dirty="0" err="1"/>
              <a:t>phí</a:t>
            </a:r>
            <a:r>
              <a:rPr lang="en-US" dirty="0"/>
              <a:t>,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mẽ</a:t>
            </a:r>
            <a:r>
              <a:rPr lang="en-US" dirty="0"/>
              <a:t>, </a:t>
            </a:r>
            <a:r>
              <a:rPr lang="en-US" dirty="0" err="1"/>
              <a:t>nhiều</a:t>
            </a:r>
            <a:r>
              <a:rPr lang="en-US" dirty="0"/>
              <a:t> plugin.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à"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278232" y="6482377"/>
            <a:ext cx="52497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 smtClean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KHOA CÔNG NGHỆ THÔNG TIN – DevOps</a:t>
            </a:r>
            <a:endParaRPr lang="en-US" sz="12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180" y="1686234"/>
            <a:ext cx="3366655" cy="33666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5128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1.1. </a:t>
            </a:r>
            <a:r>
              <a:rPr lang="vi-VN" dirty="0"/>
              <a:t>Công cụ tự động hóa triển khai như Jenkins, GitLab CI/CD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1.2. </a:t>
            </a:r>
            <a:r>
              <a:rPr lang="vi-VN" dirty="0">
                <a:solidFill>
                  <a:srgbClr val="FF0000"/>
                </a:solidFill>
              </a:rPr>
              <a:t>Xây dựng quy trình CI/CD đơn giản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1.3. </a:t>
            </a:r>
            <a:r>
              <a:rPr lang="vi-VN" dirty="0" smtClean="0"/>
              <a:t>Thực </a:t>
            </a:r>
            <a:r>
              <a:rPr lang="vi-VN" dirty="0"/>
              <a:t>hành: </a:t>
            </a:r>
            <a:r>
              <a:rPr lang="vi-VN" dirty="0"/>
              <a:t>Cấu hình Jenkins và tạo một quy trình CI/CD cho ứng dụng đơn giản.</a:t>
            </a:r>
            <a:endParaRPr lang="vi-V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 smtClean="0"/>
              <a:t>Bài </a:t>
            </a:r>
            <a:r>
              <a:rPr lang="en-US" dirty="0" smtClean="0"/>
              <a:t>6</a:t>
            </a:r>
            <a:r>
              <a:rPr lang="vi-VN" dirty="0" smtClean="0"/>
              <a:t>:</a:t>
            </a:r>
            <a:r>
              <a:rPr lang="en-US" dirty="0" smtClean="0"/>
              <a:t> </a:t>
            </a:r>
            <a:r>
              <a:rPr lang="vi-VN" dirty="0"/>
              <a:t>CICD cơ bản với </a:t>
            </a:r>
            <a:r>
              <a:rPr lang="vi-VN" dirty="0" smtClean="0"/>
              <a:t>Jenkins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KHOA CÔNG NGHỆ THÔNG TIN – DevOps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28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766337-75EE-47D4-8B5E-B84B3E40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07" y="27708"/>
            <a:ext cx="9559921" cy="731520"/>
          </a:xfrm>
        </p:spPr>
        <p:txBody>
          <a:bodyPr>
            <a:normAutofit/>
          </a:bodyPr>
          <a:lstStyle/>
          <a:p>
            <a:r>
              <a:rPr lang="en-GB" dirty="0" smtClean="0"/>
              <a:t>1.2. </a:t>
            </a:r>
            <a:r>
              <a:rPr lang="vi-VN" dirty="0"/>
              <a:t>Xây dựng quy trình CI/CD đơn giản</a:t>
            </a:r>
            <a:endParaRPr lang="en-GB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8BB8F4CA-39A9-47AE-8C1F-49245640FD99}"/>
              </a:ext>
            </a:extLst>
          </p:cNvPr>
          <p:cNvSpPr txBox="1">
            <a:spLocks/>
          </p:cNvSpPr>
          <p:nvPr/>
        </p:nvSpPr>
        <p:spPr>
          <a:xfrm>
            <a:off x="446310" y="1003726"/>
            <a:ext cx="11505118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C0099"/>
              </a:buClr>
              <a:buFont typeface="Wingdings" pitchFamily="2" charset="2"/>
              <a:buChar char="§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CC"/>
              </a:buClr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itchFamily="49" charset="0"/>
              <a:buChar char="o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CI/CD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:</a:t>
            </a:r>
            <a:endParaRPr lang="en-US" dirty="0" smtClean="0"/>
          </a:p>
          <a:p>
            <a:pPr algn="just"/>
            <a:r>
              <a:rPr lang="en-US" b="1" dirty="0"/>
              <a:t>Developer</a:t>
            </a:r>
            <a:r>
              <a:rPr lang="en-US" dirty="0"/>
              <a:t> commit code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Git</a:t>
            </a:r>
            <a:r>
              <a:rPr lang="en-US" dirty="0"/>
              <a:t> repository.</a:t>
            </a:r>
            <a:r>
              <a:rPr lang="en-US" dirty="0" smtClean="0"/>
              <a:t>.</a:t>
            </a:r>
            <a:endParaRPr lang="en-US" dirty="0" smtClean="0"/>
          </a:p>
          <a:p>
            <a:pPr algn="just"/>
            <a:r>
              <a:rPr lang="en-US" b="1" dirty="0"/>
              <a:t>Jenkins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(qua </a:t>
            </a:r>
            <a:r>
              <a:rPr lang="en-US" dirty="0" err="1"/>
              <a:t>webhook</a:t>
            </a:r>
            <a:r>
              <a:rPr lang="en-US" dirty="0"/>
              <a:t>/polling)</a:t>
            </a:r>
            <a:r>
              <a:rPr lang="en-US" dirty="0" smtClean="0"/>
              <a:t>.</a:t>
            </a:r>
            <a:r>
              <a:rPr lang="en-US" b="1" dirty="0" smtClean="0"/>
              <a:t> </a:t>
            </a:r>
            <a:endParaRPr lang="en-US" b="1" dirty="0" smtClean="0"/>
          </a:p>
          <a:p>
            <a:pPr algn="just"/>
            <a:r>
              <a:rPr lang="en-US" dirty="0"/>
              <a:t>Jenkins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b="1" dirty="0" smtClean="0"/>
              <a:t>pipeline</a:t>
            </a:r>
            <a:r>
              <a:rPr lang="en-US" dirty="0"/>
              <a:t>: </a:t>
            </a:r>
            <a:r>
              <a:rPr lang="en-US" dirty="0" smtClean="0"/>
              <a:t>build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, </a:t>
            </a:r>
            <a:r>
              <a:rPr lang="en-US" dirty="0" err="1" smtClean="0"/>
              <a:t>chạy</a:t>
            </a:r>
            <a:r>
              <a:rPr lang="en-US" dirty="0" smtClean="0"/>
              <a:t> test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, deploy </a:t>
            </a:r>
            <a:r>
              <a:rPr lang="en-US" dirty="0" err="1" smtClean="0"/>
              <a:t>lên</a:t>
            </a:r>
            <a:r>
              <a:rPr lang="en-US" dirty="0" smtClean="0"/>
              <a:t> </a:t>
            </a:r>
            <a:r>
              <a:rPr lang="en-US" dirty="0" err="1" smtClean="0"/>
              <a:t>môi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staging/production.</a:t>
            </a:r>
            <a:endParaRPr lang="en-US" dirty="0" smtClean="0"/>
          </a:p>
          <a:p>
            <a:pPr algn="just"/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278232" y="6482377"/>
            <a:ext cx="52497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 smtClean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KHOA CÔNG NGHỆ THÔNG TIN – DevOps</a:t>
            </a:r>
            <a:endParaRPr lang="en-US" sz="12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801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1.1. </a:t>
            </a:r>
            <a:r>
              <a:rPr lang="vi-VN" dirty="0"/>
              <a:t>Công cụ tự động hóa triển khai như Jenkins, GitLab CI/CD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1.2. </a:t>
            </a:r>
            <a:r>
              <a:rPr lang="vi-VN" dirty="0"/>
              <a:t>Xây dựng quy trình CI/CD đơn giản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1.3. </a:t>
            </a:r>
            <a:r>
              <a:rPr lang="vi-VN" dirty="0" smtClean="0">
                <a:solidFill>
                  <a:srgbClr val="FF0000"/>
                </a:solidFill>
              </a:rPr>
              <a:t>Thực </a:t>
            </a:r>
            <a:r>
              <a:rPr lang="vi-VN" dirty="0">
                <a:solidFill>
                  <a:srgbClr val="FF0000"/>
                </a:solidFill>
              </a:rPr>
              <a:t>hành: </a:t>
            </a:r>
            <a:r>
              <a:rPr lang="vi-VN" dirty="0">
                <a:solidFill>
                  <a:srgbClr val="FF0000"/>
                </a:solidFill>
              </a:rPr>
              <a:t>Cấu hình Jenkins và tạo một quy trình CI/CD cho ứng dụng đơn giản.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 smtClean="0"/>
              <a:t>Bài </a:t>
            </a:r>
            <a:r>
              <a:rPr lang="en-US" dirty="0" smtClean="0"/>
              <a:t>6</a:t>
            </a:r>
            <a:r>
              <a:rPr lang="vi-VN" dirty="0" smtClean="0"/>
              <a:t>:</a:t>
            </a:r>
            <a:r>
              <a:rPr lang="en-US" dirty="0" smtClean="0"/>
              <a:t> </a:t>
            </a:r>
            <a:r>
              <a:rPr lang="vi-VN" dirty="0"/>
              <a:t>CICD cơ bản với </a:t>
            </a:r>
            <a:r>
              <a:rPr lang="vi-VN" dirty="0" smtClean="0"/>
              <a:t>Jenkins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KHOA CÔNG NGHỆ THÔNG TIN – DevOps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20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766337-75EE-47D4-8B5E-B84B3E40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65" y="64829"/>
            <a:ext cx="9623864" cy="731520"/>
          </a:xfrm>
        </p:spPr>
        <p:txBody>
          <a:bodyPr>
            <a:normAutofit fontScale="90000"/>
          </a:bodyPr>
          <a:lstStyle/>
          <a:p>
            <a:pPr algn="just"/>
            <a:r>
              <a:rPr lang="en-GB" dirty="0"/>
              <a:t>1.3. </a:t>
            </a:r>
            <a:r>
              <a:rPr lang="vi-VN" dirty="0"/>
              <a:t>Thực hành: </a:t>
            </a:r>
            <a:r>
              <a:rPr lang="vi-VN" dirty="0"/>
              <a:t>Cấu hình Jenkins và tạo một quy trình CI/CD cho ứng dụng đơn giản</a:t>
            </a:r>
            <a:endParaRPr lang="vi-VN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8BB8F4CA-39A9-47AE-8C1F-49245640FD99}"/>
              </a:ext>
            </a:extLst>
          </p:cNvPr>
          <p:cNvSpPr txBox="1">
            <a:spLocks/>
          </p:cNvSpPr>
          <p:nvPr/>
        </p:nvSpPr>
        <p:spPr>
          <a:xfrm>
            <a:off x="114796" y="946974"/>
            <a:ext cx="11505118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C0099"/>
              </a:buClr>
              <a:buFont typeface="Wingdings" pitchFamily="2" charset="2"/>
              <a:buChar char="§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CC"/>
              </a:buClr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itchFamily="49" charset="0"/>
              <a:buChar char="o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Jenkins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smtClean="0"/>
              <a:t>container.</a:t>
            </a:r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Jenkins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Git</a:t>
            </a:r>
            <a:r>
              <a:rPr lang="en-US" dirty="0"/>
              <a:t> repository</a:t>
            </a:r>
            <a:r>
              <a:rPr lang="en-US" dirty="0" smtClean="0"/>
              <a:t>.</a:t>
            </a:r>
            <a:endParaRPr lang="en-US" dirty="0"/>
          </a:p>
          <a:p>
            <a:r>
              <a:rPr lang="vi-VN" dirty="0"/>
              <a:t>Tạo </a:t>
            </a:r>
            <a:r>
              <a:rPr lang="vi-VN" b="1" dirty="0"/>
              <a:t>Pipeline</a:t>
            </a:r>
            <a:r>
              <a:rPr lang="vi-VN" dirty="0"/>
              <a:t> với các </a:t>
            </a:r>
            <a:r>
              <a:rPr lang="vi-VN" dirty="0" smtClean="0"/>
              <a:t>bước</a:t>
            </a:r>
            <a:r>
              <a:rPr lang="fr-FR" dirty="0" smtClean="0"/>
              <a:t>: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/>
              <a:t> Pull code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Git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/>
              <a:t> Build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smtClean="0"/>
              <a:t>test.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 smtClean="0"/>
              <a:t> Deploy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fr-FR" dirty="0"/>
          </a:p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278233" y="6482377"/>
            <a:ext cx="4917222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smtClean="0">
                <a:solidFill>
                  <a:schemeClr val="bg1"/>
                </a:solidFill>
              </a:rPr>
              <a:t>KHOA CÔNG NGHỆ THÔNG TIN – DevOps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351" y="1513717"/>
            <a:ext cx="4635013" cy="31650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258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627818-2C7A-4946-955E-6512C682E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9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ISPRING_SLIDE_INDENT_LEVEL" val="0"/>
  <p:tag name="GENSWF_ADVANCE_TIME" val="129.888"/>
  <p:tag name="TIMING" val="|4.171|1.393|25.311|30.464|4.021|35.107|14.205|5.501|2.828"/>
  <p:tag name="ISPRING_SLIDE_ID_2" val="{8DD7EE9D-703A-49F4-975C-2461945C2BD9}"/>
  <p:tag name="GENSWF_SLIDE_TITLE" val="2. Lớp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ISPRING_SLIDE_INDENT_LEVEL" val="0"/>
  <p:tag name="GENSWF_ADVANCE_TIME" val="129.888"/>
  <p:tag name="TIMING" val="|4.171|1.393|25.311|30.464|4.021|35.107|14.205|5.501|2.828"/>
  <p:tag name="ISPRING_SLIDE_ID_2" val="{8DD7EE9D-703A-49F4-975C-2461945C2BD9}"/>
  <p:tag name="GENSWF_SLIDE_TITLE" val="2. Lớp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ISPRING_SLIDE_INDENT_LEVEL" val="0"/>
  <p:tag name="GENSWF_ADVANCE_TIME" val="129.888"/>
  <p:tag name="TIMING" val="|4.171|1.393|25.311|30.464|4.021|35.107|14.205|5.501|2.828"/>
  <p:tag name="ISPRING_SLIDE_ID_2" val="{8DD7EE9D-703A-49F4-975C-2461945C2BD9}"/>
  <p:tag name="GENSWF_SLIDE_TITLE" val="2. Lớp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ISPRING_SLIDE_INDENT_LEVEL" val="0"/>
  <p:tag name="GENSWF_ADVANCE_TIME" val="129.888"/>
  <p:tag name="TIMING" val="|4.171|1.393|25.311|30.464|4.021|35.107|14.205|5.501|2.828"/>
  <p:tag name="ISPRING_SLIDE_ID_2" val="{8DD7EE9D-703A-49F4-975C-2461945C2BD9}"/>
  <p:tag name="GENSWF_SLIDE_TITLE" val="2. Lớ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ISPRING_SLIDE_INDENT_LEVEL" val="0"/>
  <p:tag name="GENSWF_ADVANCE_TIME" val="129.888"/>
  <p:tag name="TIMING" val="|4.171|1.393|25.311|30.464|4.021|35.107|14.205|5.501|2.828"/>
  <p:tag name="ISPRING_SLIDE_ID_2" val="{8DD7EE9D-703A-49F4-975C-2461945C2BD9}"/>
  <p:tag name="GENSWF_SLIDE_TITLE" val="2. Lớp"/>
</p:tagLst>
</file>

<file path=ppt/theme/theme1.xml><?xml version="1.0" encoding="utf-8"?>
<a:theme xmlns:a="http://schemas.openxmlformats.org/drawingml/2006/main" name="Blue - v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ain font">
      <a:majorFont>
        <a:latin typeface="Nunito Bold"/>
        <a:ea typeface=""/>
        <a:cs typeface=""/>
      </a:majorFont>
      <a:minorFont>
        <a:latin typeface="Nuni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4444</TotalTime>
  <Words>600</Words>
  <Application>Microsoft Office PowerPoint</Application>
  <PresentationFormat>Widescreen</PresentationFormat>
  <Paragraphs>77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Courier New</vt:lpstr>
      <vt:lpstr>Nunito</vt:lpstr>
      <vt:lpstr>Nunito Bold</vt:lpstr>
      <vt:lpstr>Times New Roman</vt:lpstr>
      <vt:lpstr>Wingdings</vt:lpstr>
      <vt:lpstr>Blue - v3</vt:lpstr>
      <vt:lpstr>PowerPoint Presentation</vt:lpstr>
      <vt:lpstr>Bài 6: CICD cơ bản với Jenkins</vt:lpstr>
      <vt:lpstr>1.1. Công cụ tự động hóa triển khai như Jenkins, GitLab CI/CD</vt:lpstr>
      <vt:lpstr>1.1. Công cụ tự động hóa triển khai như Jenkins, GitLab CI/CD</vt:lpstr>
      <vt:lpstr>1.1. Công cụ tự động hóa triển khai như Jenkins, GitLab CI/CD</vt:lpstr>
      <vt:lpstr>Bài 6: CICD cơ bản với Jenkins</vt:lpstr>
      <vt:lpstr>1.2. Xây dựng quy trình CI/CD đơn giản</vt:lpstr>
      <vt:lpstr>Bài 6: CICD cơ bản với Jenkins</vt:lpstr>
      <vt:lpstr>1.3. Thực hành: Cấu hình Jenkins và tạo một quy trình CI/CD cho ứng dụng đơn giản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This PC</dc:creator>
  <cp:lastModifiedBy>HP</cp:lastModifiedBy>
  <cp:revision>494</cp:revision>
  <dcterms:created xsi:type="dcterms:W3CDTF">2021-12-20T01:48:15Z</dcterms:created>
  <dcterms:modified xsi:type="dcterms:W3CDTF">2025-08-13T02:33:35Z</dcterms:modified>
</cp:coreProperties>
</file>